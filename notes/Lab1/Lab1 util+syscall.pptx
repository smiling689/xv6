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61" r:id="rId5"/>
    <p:sldId id="267" r:id="rId6"/>
    <p:sldId id="270" r:id="rId7"/>
    <p:sldId id="271" r:id="rId8"/>
    <p:sldId id="269" r:id="rId9"/>
    <p:sldId id="277" r:id="rId10"/>
    <p:sldId id="266" r:id="rId11"/>
    <p:sldId id="278" r:id="rId12"/>
    <p:sldId id="279" r:id="rId13"/>
    <p:sldId id="262" r:id="rId14"/>
    <p:sldId id="263" r:id="rId15"/>
    <p:sldId id="264" r:id="rId16"/>
    <p:sldId id="275" r:id="rId17"/>
    <p:sldId id="280" r:id="rId18"/>
    <p:sldId id="268" r:id="rId19"/>
    <p:sldId id="274" r:id="rId20"/>
    <p:sldId id="276" r:id="rId21"/>
    <p:sldId id="273" r:id="rId22"/>
    <p:sldId id="272" r:id="rId23"/>
    <p:sldId id="265" r:id="rId24"/>
    <p:sldId id="259" r:id="rId25"/>
    <p:sldId id="260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5825C0-FC6F-A14F-8556-8534BF19AD1C}" v="13" dt="2024-03-01T16:05:13.2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88"/>
    <p:restoredTop sz="94011"/>
  </p:normalViewPr>
  <p:slideViewPr>
    <p:cSldViewPr snapToGrid="0">
      <p:cViewPr varScale="1">
        <p:scale>
          <a:sx n="213" d="100"/>
          <a:sy n="213" d="100"/>
        </p:scale>
        <p:origin x="1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垚暄 李" userId="0647d09822f418b6" providerId="LiveId" clId="{C15825C0-FC6F-A14F-8556-8534BF19AD1C}"/>
    <pc:docChg chg="undo custSel addSld delSld modSld sldOrd">
      <pc:chgData name="垚暄 李" userId="0647d09822f418b6" providerId="LiveId" clId="{C15825C0-FC6F-A14F-8556-8534BF19AD1C}" dt="2024-03-16T01:31:51.442" v="1670" actId="2696"/>
      <pc:docMkLst>
        <pc:docMk/>
      </pc:docMkLst>
      <pc:sldChg chg="modSp mod">
        <pc:chgData name="垚暄 李" userId="0647d09822f418b6" providerId="LiveId" clId="{C15825C0-FC6F-A14F-8556-8534BF19AD1C}" dt="2024-03-01T15:14:33.351" v="966" actId="20577"/>
        <pc:sldMkLst>
          <pc:docMk/>
          <pc:sldMk cId="4262983181" sldId="256"/>
        </pc:sldMkLst>
        <pc:spChg chg="mod">
          <ac:chgData name="垚暄 李" userId="0647d09822f418b6" providerId="LiveId" clId="{C15825C0-FC6F-A14F-8556-8534BF19AD1C}" dt="2024-02-19T15:18:21.076" v="8" actId="20577"/>
          <ac:spMkLst>
            <pc:docMk/>
            <pc:sldMk cId="4262983181" sldId="256"/>
            <ac:spMk id="2" creationId="{115FA25E-BAE8-6736-E613-46FB09509A8C}"/>
          </ac:spMkLst>
        </pc:spChg>
        <pc:spChg chg="mod">
          <ac:chgData name="垚暄 李" userId="0647d09822f418b6" providerId="LiveId" clId="{C15825C0-FC6F-A14F-8556-8534BF19AD1C}" dt="2024-03-01T15:14:33.351" v="966" actId="20577"/>
          <ac:spMkLst>
            <pc:docMk/>
            <pc:sldMk cId="4262983181" sldId="256"/>
            <ac:spMk id="3" creationId="{F52C8006-361B-31EE-D087-A632FFEF92A1}"/>
          </ac:spMkLst>
        </pc:spChg>
      </pc:sldChg>
      <pc:sldChg chg="addSp delSp modSp mod">
        <pc:chgData name="垚暄 李" userId="0647d09822f418b6" providerId="LiveId" clId="{C15825C0-FC6F-A14F-8556-8534BF19AD1C}" dt="2024-03-02T08:20:48.026" v="1668"/>
        <pc:sldMkLst>
          <pc:docMk/>
          <pc:sldMk cId="3893958045" sldId="257"/>
        </pc:sldMkLst>
        <pc:spChg chg="mod">
          <ac:chgData name="垚暄 李" userId="0647d09822f418b6" providerId="LiveId" clId="{C15825C0-FC6F-A14F-8556-8534BF19AD1C}" dt="2024-03-02T08:20:48.026" v="1668"/>
          <ac:spMkLst>
            <pc:docMk/>
            <pc:sldMk cId="3893958045" sldId="257"/>
            <ac:spMk id="3" creationId="{D6221336-D2AB-AF99-61A7-DAF6A6CB675B}"/>
          </ac:spMkLst>
        </pc:spChg>
        <pc:graphicFrameChg chg="add mod">
          <ac:chgData name="垚暄 李" userId="0647d09822f418b6" providerId="LiveId" clId="{C15825C0-FC6F-A14F-8556-8534BF19AD1C}" dt="2024-02-19T15:54:13.165" v="358"/>
          <ac:graphicFrameMkLst>
            <pc:docMk/>
            <pc:sldMk cId="3893958045" sldId="257"/>
            <ac:graphicFrameMk id="4" creationId="{376D5FC2-CF48-2475-4B7D-A053E3109451}"/>
          </ac:graphicFrameMkLst>
        </pc:graphicFrameChg>
        <pc:graphicFrameChg chg="add del mod">
          <ac:chgData name="垚暄 李" userId="0647d09822f418b6" providerId="LiveId" clId="{C15825C0-FC6F-A14F-8556-8534BF19AD1C}" dt="2024-02-19T16:09:36.754" v="822" actId="478"/>
          <ac:graphicFrameMkLst>
            <pc:docMk/>
            <pc:sldMk cId="3893958045" sldId="257"/>
            <ac:graphicFrameMk id="4" creationId="{E3A3BD20-A16F-86B9-3938-A4CE3AE967B8}"/>
          </ac:graphicFrameMkLst>
        </pc:graphicFrameChg>
        <pc:graphicFrameChg chg="add del mod">
          <ac:chgData name="垚暄 李" userId="0647d09822f418b6" providerId="LiveId" clId="{C15825C0-FC6F-A14F-8556-8534BF19AD1C}" dt="2024-02-19T15:55:30.630" v="363" actId="478"/>
          <ac:graphicFrameMkLst>
            <pc:docMk/>
            <pc:sldMk cId="3893958045" sldId="257"/>
            <ac:graphicFrameMk id="5" creationId="{73F79A36-FB33-AFBC-25CB-A84FD9B05DE6}"/>
          </ac:graphicFrameMkLst>
        </pc:graphicFrameChg>
        <pc:picChg chg="add mod">
          <ac:chgData name="垚暄 李" userId="0647d09822f418b6" providerId="LiveId" clId="{C15825C0-FC6F-A14F-8556-8534BF19AD1C}" dt="2024-02-19T15:54:16.356" v="359"/>
          <ac:picMkLst>
            <pc:docMk/>
            <pc:sldMk cId="3893958045" sldId="257"/>
            <ac:picMk id="1025" creationId="{CEA97B37-F5BF-A7E0-F487-ECB463EC963E}"/>
          </ac:picMkLst>
        </pc:picChg>
        <pc:picChg chg="add del mod">
          <ac:chgData name="垚暄 李" userId="0647d09822f418b6" providerId="LiveId" clId="{C15825C0-FC6F-A14F-8556-8534BF19AD1C}" dt="2024-02-19T16:09:39.055" v="823" actId="478"/>
          <ac:picMkLst>
            <pc:docMk/>
            <pc:sldMk cId="3893958045" sldId="257"/>
            <ac:picMk id="1025" creationId="{D495EC50-383F-1BD3-703B-1B8C90F5F270}"/>
          </ac:picMkLst>
        </pc:picChg>
        <pc:picChg chg="add del mod">
          <ac:chgData name="垚暄 李" userId="0647d09822f418b6" providerId="LiveId" clId="{C15825C0-FC6F-A14F-8556-8534BF19AD1C}" dt="2024-02-19T15:55:32.663" v="364" actId="478"/>
          <ac:picMkLst>
            <pc:docMk/>
            <pc:sldMk cId="3893958045" sldId="257"/>
            <ac:picMk id="1026" creationId="{33C8A7A3-7CA7-B10F-6A10-F5742A65C6E7}"/>
          </ac:picMkLst>
        </pc:picChg>
      </pc:sldChg>
      <pc:sldChg chg="modSp mod">
        <pc:chgData name="垚暄 李" userId="0647d09822f418b6" providerId="LiveId" clId="{C15825C0-FC6F-A14F-8556-8534BF19AD1C}" dt="2024-02-19T15:27:53.223" v="336"/>
        <pc:sldMkLst>
          <pc:docMk/>
          <pc:sldMk cId="2126543857" sldId="258"/>
        </pc:sldMkLst>
        <pc:spChg chg="mod">
          <ac:chgData name="垚暄 李" userId="0647d09822f418b6" providerId="LiveId" clId="{C15825C0-FC6F-A14F-8556-8534BF19AD1C}" dt="2024-02-19T15:27:53.223" v="336"/>
          <ac:spMkLst>
            <pc:docMk/>
            <pc:sldMk cId="2126543857" sldId="258"/>
            <ac:spMk id="3" creationId="{4974B5C3-4FB4-0461-F195-A9C15A6CF095}"/>
          </ac:spMkLst>
        </pc:spChg>
      </pc:sldChg>
      <pc:sldChg chg="mod ord modShow">
        <pc:chgData name="垚暄 李" userId="0647d09822f418b6" providerId="LiveId" clId="{C15825C0-FC6F-A14F-8556-8534BF19AD1C}" dt="2024-03-01T16:00:33.925" v="1267" actId="20578"/>
        <pc:sldMkLst>
          <pc:docMk/>
          <pc:sldMk cId="4075450279" sldId="259"/>
        </pc:sldMkLst>
      </pc:sldChg>
      <pc:sldChg chg="mod ord modShow">
        <pc:chgData name="垚暄 李" userId="0647d09822f418b6" providerId="LiveId" clId="{C15825C0-FC6F-A14F-8556-8534BF19AD1C}" dt="2024-03-01T16:00:33.925" v="1267" actId="20578"/>
        <pc:sldMkLst>
          <pc:docMk/>
          <pc:sldMk cId="411639889" sldId="260"/>
        </pc:sldMkLst>
      </pc:sldChg>
      <pc:sldChg chg="mod ord modShow">
        <pc:chgData name="垚暄 李" userId="0647d09822f418b6" providerId="LiveId" clId="{C15825C0-FC6F-A14F-8556-8534BF19AD1C}" dt="2024-03-01T16:29:10.075" v="1561" actId="729"/>
        <pc:sldMkLst>
          <pc:docMk/>
          <pc:sldMk cId="4198659184" sldId="262"/>
        </pc:sldMkLst>
      </pc:sldChg>
      <pc:sldChg chg="ord">
        <pc:chgData name="垚暄 李" userId="0647d09822f418b6" providerId="LiveId" clId="{C15825C0-FC6F-A14F-8556-8534BF19AD1C}" dt="2024-03-01T16:18:45.090" v="1484" actId="20578"/>
        <pc:sldMkLst>
          <pc:docMk/>
          <pc:sldMk cId="2663108043" sldId="263"/>
        </pc:sldMkLst>
      </pc:sldChg>
      <pc:sldChg chg="modSp mod">
        <pc:chgData name="垚暄 李" userId="0647d09822f418b6" providerId="LiveId" clId="{C15825C0-FC6F-A14F-8556-8534BF19AD1C}" dt="2024-03-02T01:40:59.030" v="1636"/>
        <pc:sldMkLst>
          <pc:docMk/>
          <pc:sldMk cId="2165295671" sldId="264"/>
        </pc:sldMkLst>
        <pc:spChg chg="mod">
          <ac:chgData name="垚暄 李" userId="0647d09822f418b6" providerId="LiveId" clId="{C15825C0-FC6F-A14F-8556-8534BF19AD1C}" dt="2024-03-02T01:40:59.030" v="1636"/>
          <ac:spMkLst>
            <pc:docMk/>
            <pc:sldMk cId="2165295671" sldId="264"/>
            <ac:spMk id="3" creationId="{BF820CB3-24EE-FBD3-A9A5-3AC671E5F5D1}"/>
          </ac:spMkLst>
        </pc:spChg>
      </pc:sldChg>
      <pc:sldChg chg="mod ord modShow">
        <pc:chgData name="垚暄 李" userId="0647d09822f418b6" providerId="LiveId" clId="{C15825C0-FC6F-A14F-8556-8534BF19AD1C}" dt="2024-03-01T16:08:25.621" v="1446" actId="20578"/>
        <pc:sldMkLst>
          <pc:docMk/>
          <pc:sldMk cId="1795031904" sldId="265"/>
        </pc:sldMkLst>
      </pc:sldChg>
      <pc:sldChg chg="modSp mod ord">
        <pc:chgData name="垚暄 李" userId="0647d09822f418b6" providerId="LiveId" clId="{C15825C0-FC6F-A14F-8556-8534BF19AD1C}" dt="2024-03-01T16:01:19.838" v="1323" actId="20577"/>
        <pc:sldMkLst>
          <pc:docMk/>
          <pc:sldMk cId="474425024" sldId="266"/>
        </pc:sldMkLst>
        <pc:spChg chg="mod">
          <ac:chgData name="垚暄 李" userId="0647d09822f418b6" providerId="LiveId" clId="{C15825C0-FC6F-A14F-8556-8534BF19AD1C}" dt="2024-03-01T16:00:59.762" v="1291" actId="20577"/>
          <ac:spMkLst>
            <pc:docMk/>
            <pc:sldMk cId="474425024" sldId="266"/>
            <ac:spMk id="2" creationId="{38C99F7D-BDFF-8EF5-EF14-9FEE202127EA}"/>
          </ac:spMkLst>
        </pc:spChg>
        <pc:spChg chg="mod">
          <ac:chgData name="垚暄 李" userId="0647d09822f418b6" providerId="LiveId" clId="{C15825C0-FC6F-A14F-8556-8534BF19AD1C}" dt="2024-03-01T16:01:19.838" v="1323" actId="20577"/>
          <ac:spMkLst>
            <pc:docMk/>
            <pc:sldMk cId="474425024" sldId="266"/>
            <ac:spMk id="3" creationId="{65A4FE00-D2B2-C35E-0689-0687CF119918}"/>
          </ac:spMkLst>
        </pc:spChg>
      </pc:sldChg>
      <pc:sldChg chg="modSp mod">
        <pc:chgData name="垚暄 李" userId="0647d09822f418b6" providerId="LiveId" clId="{C15825C0-FC6F-A14F-8556-8534BF19AD1C}" dt="2024-03-01T15:46:50.175" v="989" actId="20577"/>
        <pc:sldMkLst>
          <pc:docMk/>
          <pc:sldMk cId="1701223729" sldId="267"/>
        </pc:sldMkLst>
        <pc:spChg chg="mod">
          <ac:chgData name="垚暄 李" userId="0647d09822f418b6" providerId="LiveId" clId="{C15825C0-FC6F-A14F-8556-8534BF19AD1C}" dt="2024-03-01T15:46:50.175" v="989" actId="20577"/>
          <ac:spMkLst>
            <pc:docMk/>
            <pc:sldMk cId="1701223729" sldId="267"/>
            <ac:spMk id="7" creationId="{104E542A-3E46-855B-9CD2-D3269257B2D6}"/>
          </ac:spMkLst>
        </pc:spChg>
      </pc:sldChg>
      <pc:sldChg chg="modSp mod">
        <pc:chgData name="垚暄 李" userId="0647d09822f418b6" providerId="LiveId" clId="{C15825C0-FC6F-A14F-8556-8534BF19AD1C}" dt="2024-03-01T16:40:29.745" v="1625" actId="20577"/>
        <pc:sldMkLst>
          <pc:docMk/>
          <pc:sldMk cId="2113776109" sldId="268"/>
        </pc:sldMkLst>
        <pc:spChg chg="mod">
          <ac:chgData name="垚暄 李" userId="0647d09822f418b6" providerId="LiveId" clId="{C15825C0-FC6F-A14F-8556-8534BF19AD1C}" dt="2024-03-01T16:40:29.745" v="1625" actId="20577"/>
          <ac:spMkLst>
            <pc:docMk/>
            <pc:sldMk cId="2113776109" sldId="268"/>
            <ac:spMk id="3" creationId="{D88B2F9C-100A-8E85-2F7E-21E268152ECE}"/>
          </ac:spMkLst>
        </pc:spChg>
      </pc:sldChg>
      <pc:sldChg chg="addSp modSp mod ord">
        <pc:chgData name="垚暄 李" userId="0647d09822f418b6" providerId="LiveId" clId="{C15825C0-FC6F-A14F-8556-8534BF19AD1C}" dt="2024-03-01T16:02:29.483" v="1368" actId="20577"/>
        <pc:sldMkLst>
          <pc:docMk/>
          <pc:sldMk cId="2823798978" sldId="269"/>
        </pc:sldMkLst>
        <pc:spChg chg="mod">
          <ac:chgData name="垚暄 李" userId="0647d09822f418b6" providerId="LiveId" clId="{C15825C0-FC6F-A14F-8556-8534BF19AD1C}" dt="2024-03-01T16:02:29.483" v="1368" actId="20577"/>
          <ac:spMkLst>
            <pc:docMk/>
            <pc:sldMk cId="2823798978" sldId="269"/>
            <ac:spMk id="3" creationId="{3CB6A5AF-C370-AD81-6782-01E61BDD8D72}"/>
          </ac:spMkLst>
        </pc:spChg>
        <pc:spChg chg="add mod">
          <ac:chgData name="垚暄 李" userId="0647d09822f418b6" providerId="LiveId" clId="{C15825C0-FC6F-A14F-8556-8534BF19AD1C}" dt="2024-03-01T15:55:28.285" v="1141" actId="767"/>
          <ac:spMkLst>
            <pc:docMk/>
            <pc:sldMk cId="2823798978" sldId="269"/>
            <ac:spMk id="4" creationId="{2E4E6F9A-F4D6-F1B6-6041-423A0A3B5AF4}"/>
          </ac:spMkLst>
        </pc:spChg>
      </pc:sldChg>
      <pc:sldChg chg="ord">
        <pc:chgData name="垚暄 李" userId="0647d09822f418b6" providerId="LiveId" clId="{C15825C0-FC6F-A14F-8556-8534BF19AD1C}" dt="2024-03-01T16:00:35.720" v="1268" actId="20578"/>
        <pc:sldMkLst>
          <pc:docMk/>
          <pc:sldMk cId="1892710253" sldId="272"/>
        </pc:sldMkLst>
      </pc:sldChg>
      <pc:sldChg chg="modSp mod">
        <pc:chgData name="垚暄 李" userId="0647d09822f418b6" providerId="LiveId" clId="{C15825C0-FC6F-A14F-8556-8534BF19AD1C}" dt="2024-03-02T03:05:54.601" v="1666" actId="20577"/>
        <pc:sldMkLst>
          <pc:docMk/>
          <pc:sldMk cId="1529630685" sldId="273"/>
        </pc:sldMkLst>
        <pc:spChg chg="mod">
          <ac:chgData name="垚暄 李" userId="0647d09822f418b6" providerId="LiveId" clId="{C15825C0-FC6F-A14F-8556-8534BF19AD1C}" dt="2024-03-02T03:05:54.601" v="1666" actId="20577"/>
          <ac:spMkLst>
            <pc:docMk/>
            <pc:sldMk cId="1529630685" sldId="273"/>
            <ac:spMk id="3" creationId="{12E7A21A-C3CA-C859-87BE-5256E38E6FDE}"/>
          </ac:spMkLst>
        </pc:spChg>
      </pc:sldChg>
      <pc:sldChg chg="modSp mod">
        <pc:chgData name="垚暄 李" userId="0647d09822f418b6" providerId="LiveId" clId="{C15825C0-FC6F-A14F-8556-8534BF19AD1C}" dt="2024-03-02T03:03:23.464" v="1657" actId="20577"/>
        <pc:sldMkLst>
          <pc:docMk/>
          <pc:sldMk cId="3985168922" sldId="274"/>
        </pc:sldMkLst>
        <pc:spChg chg="mod">
          <ac:chgData name="垚暄 李" userId="0647d09822f418b6" providerId="LiveId" clId="{C15825C0-FC6F-A14F-8556-8534BF19AD1C}" dt="2024-03-02T03:03:23.464" v="1657" actId="20577"/>
          <ac:spMkLst>
            <pc:docMk/>
            <pc:sldMk cId="3985168922" sldId="274"/>
            <ac:spMk id="3" creationId="{EA1DE029-C101-2C68-AECB-8C60E25B81E9}"/>
          </ac:spMkLst>
        </pc:spChg>
      </pc:sldChg>
      <pc:sldChg chg="modSp mod">
        <pc:chgData name="垚暄 李" userId="0647d09822f418b6" providerId="LiveId" clId="{C15825C0-FC6F-A14F-8556-8534BF19AD1C}" dt="2024-03-02T01:42:37.534" v="1656"/>
        <pc:sldMkLst>
          <pc:docMk/>
          <pc:sldMk cId="1979500408" sldId="275"/>
        </pc:sldMkLst>
        <pc:spChg chg="mod">
          <ac:chgData name="垚暄 李" userId="0647d09822f418b6" providerId="LiveId" clId="{C15825C0-FC6F-A14F-8556-8534BF19AD1C}" dt="2024-03-02T01:42:37.534" v="1656"/>
          <ac:spMkLst>
            <pc:docMk/>
            <pc:sldMk cId="1979500408" sldId="275"/>
            <ac:spMk id="3" creationId="{CB58ECB0-C600-FC1A-92C5-A8219664E872}"/>
          </ac:spMkLst>
        </pc:spChg>
      </pc:sldChg>
      <pc:sldChg chg="modSp new mod">
        <pc:chgData name="垚暄 李" userId="0647d09822f418b6" providerId="LiveId" clId="{C15825C0-FC6F-A14F-8556-8534BF19AD1C}" dt="2024-03-02T03:04:02.078" v="1663" actId="20577"/>
        <pc:sldMkLst>
          <pc:docMk/>
          <pc:sldMk cId="2228453600" sldId="276"/>
        </pc:sldMkLst>
        <pc:spChg chg="mod">
          <ac:chgData name="垚暄 李" userId="0647d09822f418b6" providerId="LiveId" clId="{C15825C0-FC6F-A14F-8556-8534BF19AD1C}" dt="2024-02-19T16:01:44.580" v="486" actId="20577"/>
          <ac:spMkLst>
            <pc:docMk/>
            <pc:sldMk cId="2228453600" sldId="276"/>
            <ac:spMk id="2" creationId="{1982CA6F-2B7A-D8A5-3FA9-62FA9726A751}"/>
          </ac:spMkLst>
        </pc:spChg>
        <pc:spChg chg="mod">
          <ac:chgData name="垚暄 李" userId="0647d09822f418b6" providerId="LiveId" clId="{C15825C0-FC6F-A14F-8556-8534BF19AD1C}" dt="2024-03-02T03:04:02.078" v="1663" actId="20577"/>
          <ac:spMkLst>
            <pc:docMk/>
            <pc:sldMk cId="2228453600" sldId="276"/>
            <ac:spMk id="3" creationId="{39CB6DD5-E7D2-9AD0-15C2-3B4AD6EBA634}"/>
          </ac:spMkLst>
        </pc:spChg>
      </pc:sldChg>
      <pc:sldChg chg="addSp modSp new mod">
        <pc:chgData name="垚暄 李" userId="0647d09822f418b6" providerId="LiveId" clId="{C15825C0-FC6F-A14F-8556-8534BF19AD1C}" dt="2024-03-01T16:05:29.998" v="1443" actId="11529"/>
        <pc:sldMkLst>
          <pc:docMk/>
          <pc:sldMk cId="522044459" sldId="277"/>
        </pc:sldMkLst>
        <pc:spChg chg="mod">
          <ac:chgData name="垚暄 李" userId="0647d09822f418b6" providerId="LiveId" clId="{C15825C0-FC6F-A14F-8556-8534BF19AD1C}" dt="2024-03-01T15:51:18.969" v="1039" actId="20577"/>
          <ac:spMkLst>
            <pc:docMk/>
            <pc:sldMk cId="522044459" sldId="277"/>
            <ac:spMk id="2" creationId="{E2817342-2788-4DB0-C4E7-CF9176EBC88F}"/>
          </ac:spMkLst>
        </pc:spChg>
        <pc:spChg chg="mod">
          <ac:chgData name="垚暄 李" userId="0647d09822f418b6" providerId="LiveId" clId="{C15825C0-FC6F-A14F-8556-8534BF19AD1C}" dt="2024-03-01T16:04:48.592" v="1439" actId="20577"/>
          <ac:spMkLst>
            <pc:docMk/>
            <pc:sldMk cId="522044459" sldId="277"/>
            <ac:spMk id="3" creationId="{4E55D3CC-5009-713F-28D3-6DF9A7B20A83}"/>
          </ac:spMkLst>
        </pc:spChg>
        <pc:spChg chg="add">
          <ac:chgData name="垚暄 李" userId="0647d09822f418b6" providerId="LiveId" clId="{C15825C0-FC6F-A14F-8556-8534BF19AD1C}" dt="2024-03-01T16:05:29.998" v="1443" actId="11529"/>
          <ac:spMkLst>
            <pc:docMk/>
            <pc:sldMk cId="522044459" sldId="277"/>
            <ac:spMk id="6" creationId="{675EB868-6475-3980-54CD-591EF64F0293}"/>
          </ac:spMkLst>
        </pc:spChg>
        <pc:picChg chg="add mod">
          <ac:chgData name="垚暄 李" userId="0647d09822f418b6" providerId="LiveId" clId="{C15825C0-FC6F-A14F-8556-8534BF19AD1C}" dt="2024-03-01T16:04:42.752" v="1426" actId="14100"/>
          <ac:picMkLst>
            <pc:docMk/>
            <pc:sldMk cId="522044459" sldId="277"/>
            <ac:picMk id="4" creationId="{1283F60D-80B7-94B0-6845-32EF8BCC32A2}"/>
          </ac:picMkLst>
        </pc:picChg>
        <pc:picChg chg="add mod">
          <ac:chgData name="垚暄 李" userId="0647d09822f418b6" providerId="LiveId" clId="{C15825C0-FC6F-A14F-8556-8534BF19AD1C}" dt="2024-03-01T16:05:19.069" v="1442" actId="1076"/>
          <ac:picMkLst>
            <pc:docMk/>
            <pc:sldMk cId="522044459" sldId="277"/>
            <ac:picMk id="5" creationId="{2A75138A-C344-401B-6A42-AB90662746F9}"/>
          </ac:picMkLst>
        </pc:picChg>
      </pc:sldChg>
      <pc:sldChg chg="modSp new del mod">
        <pc:chgData name="垚暄 李" userId="0647d09822f418b6" providerId="LiveId" clId="{C15825C0-FC6F-A14F-8556-8534BF19AD1C}" dt="2024-03-01T15:13:52.402" v="908" actId="2696"/>
        <pc:sldMkLst>
          <pc:docMk/>
          <pc:sldMk cId="1709667273" sldId="277"/>
        </pc:sldMkLst>
        <pc:spChg chg="mod">
          <ac:chgData name="垚暄 李" userId="0647d09822f418b6" providerId="LiveId" clId="{C15825C0-FC6F-A14F-8556-8534BF19AD1C}" dt="2024-03-01T15:13:17.256" v="873" actId="20577"/>
          <ac:spMkLst>
            <pc:docMk/>
            <pc:sldMk cId="1709667273" sldId="277"/>
            <ac:spMk id="2" creationId="{ECCB4CBB-52FB-3660-4895-4D7096E2FF2C}"/>
          </ac:spMkLst>
        </pc:spChg>
        <pc:spChg chg="mod">
          <ac:chgData name="垚暄 李" userId="0647d09822f418b6" providerId="LiveId" clId="{C15825C0-FC6F-A14F-8556-8534BF19AD1C}" dt="2024-03-01T15:13:48.557" v="907" actId="20577"/>
          <ac:spMkLst>
            <pc:docMk/>
            <pc:sldMk cId="1709667273" sldId="277"/>
            <ac:spMk id="3" creationId="{0BF14A0F-90BA-9250-196F-FA2BCFB93EE1}"/>
          </ac:spMkLst>
        </pc:spChg>
      </pc:sldChg>
      <pc:sldChg chg="modSp add mod">
        <pc:chgData name="垚暄 李" userId="0647d09822f418b6" providerId="LiveId" clId="{C15825C0-FC6F-A14F-8556-8534BF19AD1C}" dt="2024-03-01T16:09:10.387" v="1483" actId="20577"/>
        <pc:sldMkLst>
          <pc:docMk/>
          <pc:sldMk cId="1093922083" sldId="278"/>
        </pc:sldMkLst>
        <pc:spChg chg="mod">
          <ac:chgData name="垚暄 李" userId="0647d09822f418b6" providerId="LiveId" clId="{C15825C0-FC6F-A14F-8556-8534BF19AD1C}" dt="2024-03-01T16:09:10.387" v="1483" actId="20577"/>
          <ac:spMkLst>
            <pc:docMk/>
            <pc:sldMk cId="1093922083" sldId="278"/>
            <ac:spMk id="3" creationId="{65A4FE00-D2B2-C35E-0689-0687CF119918}"/>
          </ac:spMkLst>
        </pc:spChg>
      </pc:sldChg>
      <pc:sldChg chg="modSp add mod ord">
        <pc:chgData name="垚暄 李" userId="0647d09822f418b6" providerId="LiveId" clId="{C15825C0-FC6F-A14F-8556-8534BF19AD1C}" dt="2024-03-01T16:28:38.704" v="1558" actId="20577"/>
        <pc:sldMkLst>
          <pc:docMk/>
          <pc:sldMk cId="3434384052" sldId="279"/>
        </pc:sldMkLst>
        <pc:spChg chg="mod">
          <ac:chgData name="垚暄 李" userId="0647d09822f418b6" providerId="LiveId" clId="{C15825C0-FC6F-A14F-8556-8534BF19AD1C}" dt="2024-03-01T16:28:38.704" v="1558" actId="20577"/>
          <ac:spMkLst>
            <pc:docMk/>
            <pc:sldMk cId="3434384052" sldId="279"/>
            <ac:spMk id="3" creationId="{65A4FE00-D2B2-C35E-0689-0687CF119918}"/>
          </ac:spMkLst>
        </pc:spChg>
      </pc:sldChg>
      <pc:sldChg chg="modSp new mod">
        <pc:chgData name="垚暄 李" userId="0647d09822f418b6" providerId="LiveId" clId="{C15825C0-FC6F-A14F-8556-8534BF19AD1C}" dt="2024-03-01T16:30:18.295" v="1581"/>
        <pc:sldMkLst>
          <pc:docMk/>
          <pc:sldMk cId="309166687" sldId="280"/>
        </pc:sldMkLst>
        <pc:spChg chg="mod">
          <ac:chgData name="垚暄 李" userId="0647d09822f418b6" providerId="LiveId" clId="{C15825C0-FC6F-A14F-8556-8534BF19AD1C}" dt="2024-03-01T16:30:12.198" v="1580" actId="20577"/>
          <ac:spMkLst>
            <pc:docMk/>
            <pc:sldMk cId="309166687" sldId="280"/>
            <ac:spMk id="2" creationId="{F4CAA439-5EC8-317D-9E90-8F4B36B54603}"/>
          </ac:spMkLst>
        </pc:spChg>
        <pc:spChg chg="mod">
          <ac:chgData name="垚暄 李" userId="0647d09822f418b6" providerId="LiveId" clId="{C15825C0-FC6F-A14F-8556-8534BF19AD1C}" dt="2024-03-01T16:30:18.295" v="1581"/>
          <ac:spMkLst>
            <pc:docMk/>
            <pc:sldMk cId="309166687" sldId="280"/>
            <ac:spMk id="3" creationId="{BEAA82A1-FEAA-78C0-0438-69A6FADA815B}"/>
          </ac:spMkLst>
        </pc:spChg>
      </pc:sldChg>
      <pc:sldChg chg="add del">
        <pc:chgData name="垚暄 李" userId="0647d09822f418b6" providerId="LiveId" clId="{C15825C0-FC6F-A14F-8556-8534BF19AD1C}" dt="2024-03-16T01:31:51.442" v="1670" actId="2696"/>
        <pc:sldMkLst>
          <pc:docMk/>
          <pc:sldMk cId="831145101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B6CAB-B6B0-6646-B1A2-B13B19345498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DEDA1-A393-CC4D-9284-F22C847C84D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3875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DEDA1-A393-CC4D-9284-F22C847C84D1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2076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E0E0E"/>
                </a:solidFill>
                <a:effectLst/>
                <a:latin typeface=".AppleSystemUIFont"/>
              </a:rPr>
              <a:t>用户态（</a:t>
            </a:r>
            <a:r>
              <a:rPr lang="en-US" altLang="zh-CN" b="1" dirty="0">
                <a:solidFill>
                  <a:srgbClr val="0E0E0E"/>
                </a:solidFill>
                <a:effectLst/>
                <a:latin typeface=".AppleSystemUIFont"/>
              </a:rPr>
              <a:t>User Space</a:t>
            </a:r>
            <a:r>
              <a:rPr lang="zh-CN" altLang="en-US" b="1" dirty="0">
                <a:solidFill>
                  <a:srgbClr val="0E0E0E"/>
                </a:solidFill>
                <a:effectLst/>
                <a:latin typeface=".AppleSystemUIFont"/>
              </a:rPr>
              <a:t>）：</a:t>
            </a:r>
            <a:endParaRPr lang="en-US" altLang="zh-CN" dirty="0">
              <a:solidFill>
                <a:srgbClr val="0E0E0E"/>
              </a:solidFill>
              <a:effectLst/>
              <a:latin typeface=".AppleSystemUIFont"/>
            </a:endParaRPr>
          </a:p>
          <a:p>
            <a:pPr>
              <a:spcBef>
                <a:spcPts val="900"/>
              </a:spcBef>
            </a:pPr>
            <a:r>
              <a:rPr lang="en-US" altLang="zh-CN" dirty="0">
                <a:solidFill>
                  <a:srgbClr val="0E0E0E"/>
                </a:solidFill>
                <a:effectLst/>
                <a:latin typeface=".AppleSystemUIFont"/>
              </a:rPr>
              <a:t>1. </a:t>
            </a:r>
            <a:r>
              <a:rPr lang="zh-CN" altLang="en-US" b="1" dirty="0">
                <a:solidFill>
                  <a:srgbClr val="0E0E0E"/>
                </a:solidFill>
                <a:effectLst/>
                <a:latin typeface=".AppleSystemUIFont"/>
              </a:rPr>
              <a:t>应用程序 </a:t>
            </a:r>
            <a:r>
              <a:rPr lang="en-US" altLang="zh-CN" b="1" dirty="0">
                <a:solidFill>
                  <a:srgbClr val="0E0E0E"/>
                </a:solidFill>
                <a:effectLst/>
                <a:latin typeface=".AppleSystemUIFont"/>
              </a:rPr>
              <a:t>(app)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：这是普通的用户程序（比如 </a:t>
            </a:r>
            <a:r>
              <a:rPr lang="en-US" altLang="zh-CN" dirty="0">
                <a:solidFill>
                  <a:srgbClr val="0E0E0E"/>
                </a:solidFill>
                <a:effectLst/>
                <a:latin typeface=".AppleSystemUIFontMonospaced"/>
              </a:rPr>
              <a:t>echo</a:t>
            </a:r>
            <a:r>
              <a:rPr lang="en-US" altLang="zh-CN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或 </a:t>
            </a:r>
            <a:r>
              <a:rPr lang="en-US" altLang="zh-CN" dirty="0" err="1">
                <a:solidFill>
                  <a:srgbClr val="0E0E0E"/>
                </a:solidFill>
                <a:effectLst/>
                <a:latin typeface=".AppleSystemUIFontMonospaced"/>
              </a:rPr>
              <a:t>sh</a:t>
            </a:r>
            <a:r>
              <a:rPr lang="en-US" altLang="zh-CN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等）。</a:t>
            </a:r>
          </a:p>
          <a:p>
            <a:pPr>
              <a:spcBef>
                <a:spcPts val="900"/>
              </a:spcBef>
            </a:pPr>
            <a:r>
              <a:rPr lang="en-US" altLang="zh-CN" dirty="0">
                <a:solidFill>
                  <a:srgbClr val="0E0E0E"/>
                </a:solidFill>
                <a:effectLst/>
                <a:latin typeface=".AppleSystemUIFont"/>
              </a:rPr>
              <a:t>2. </a:t>
            </a:r>
            <a:r>
              <a:rPr lang="en-US" altLang="zh-CN" b="1" dirty="0">
                <a:solidFill>
                  <a:srgbClr val="0E0E0E"/>
                </a:solidFill>
                <a:effectLst/>
                <a:latin typeface=".AppleSystemUIFont"/>
              </a:rPr>
              <a:t>wrapper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：用户程序通过一个包装函数（</a:t>
            </a:r>
            <a:r>
              <a:rPr lang="en-US" altLang="zh-CN" dirty="0">
                <a:solidFill>
                  <a:srgbClr val="0E0E0E"/>
                </a:solidFill>
                <a:effectLst/>
                <a:latin typeface=".AppleSystemUIFont"/>
              </a:rPr>
              <a:t>wrapper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）调用系统调用。包装函数主要是为了简化系统调用的接口。通过这个包装，应用程序可以间接调用内核的功能。</a:t>
            </a:r>
          </a:p>
          <a:p>
            <a:pPr>
              <a:spcBef>
                <a:spcPts val="900"/>
              </a:spcBef>
            </a:pPr>
            <a:r>
              <a:rPr lang="en-US" altLang="zh-CN" dirty="0">
                <a:solidFill>
                  <a:srgbClr val="0E0E0E"/>
                </a:solidFill>
                <a:effectLst/>
                <a:latin typeface=".AppleSystemUIFont"/>
              </a:rPr>
              <a:t>3. </a:t>
            </a:r>
            <a:r>
              <a:rPr lang="en-US" altLang="zh-CN" b="1" dirty="0" err="1">
                <a:solidFill>
                  <a:srgbClr val="0E0E0E"/>
                </a:solidFill>
                <a:effectLst/>
                <a:latin typeface=".AppleSystemUIFont"/>
              </a:rPr>
              <a:t>ecall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：包装函数会通过 </a:t>
            </a:r>
            <a:r>
              <a:rPr lang="en-US" altLang="zh-CN" dirty="0" err="1">
                <a:solidFill>
                  <a:srgbClr val="0E0E0E"/>
                </a:solidFill>
                <a:effectLst/>
                <a:latin typeface=".AppleSystemUIFontMonospaced"/>
              </a:rPr>
              <a:t>ecall</a:t>
            </a:r>
            <a:r>
              <a:rPr lang="en-US" altLang="zh-CN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指令（在 </a:t>
            </a:r>
            <a:r>
              <a:rPr lang="en-US" altLang="zh-CN" dirty="0">
                <a:solidFill>
                  <a:srgbClr val="0E0E0E"/>
                </a:solidFill>
                <a:effectLst/>
                <a:latin typeface=".AppleSystemUIFont"/>
              </a:rPr>
              <a:t>RISC-V 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中是用来发起系统调用的指令）将控制权交给内核。此时，操作系统内核开始处理系统调用。</a:t>
            </a:r>
          </a:p>
          <a:p>
            <a:b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</a:br>
            <a:endParaRPr lang="zh-CN" altLang="en-US" dirty="0">
              <a:solidFill>
                <a:srgbClr val="0E0E0E"/>
              </a:solidFill>
              <a:effectLst/>
              <a:latin typeface=".AppleSystemUIFont"/>
            </a:endParaRPr>
          </a:p>
          <a:p>
            <a:r>
              <a:rPr lang="zh-CN" altLang="en-US" b="1" dirty="0">
                <a:solidFill>
                  <a:srgbClr val="0E0E0E"/>
                </a:solidFill>
                <a:effectLst/>
                <a:latin typeface=".AppleSystemUIFont"/>
              </a:rPr>
              <a:t>内核态（</a:t>
            </a:r>
            <a:r>
              <a:rPr lang="en-US" altLang="zh-CN" b="1" dirty="0">
                <a:solidFill>
                  <a:srgbClr val="0E0E0E"/>
                </a:solidFill>
                <a:effectLst/>
                <a:latin typeface=".AppleSystemUIFont"/>
              </a:rPr>
              <a:t>Kernel Space</a:t>
            </a:r>
            <a:r>
              <a:rPr lang="zh-CN" altLang="en-US" b="1" dirty="0">
                <a:solidFill>
                  <a:srgbClr val="0E0E0E"/>
                </a:solidFill>
                <a:effectLst/>
                <a:latin typeface=".AppleSystemUIFont"/>
              </a:rPr>
              <a:t>）：</a:t>
            </a:r>
            <a:endParaRPr lang="en-US" altLang="zh-CN" dirty="0">
              <a:solidFill>
                <a:srgbClr val="0E0E0E"/>
              </a:solidFill>
              <a:effectLst/>
              <a:latin typeface=".AppleSystemUIFont"/>
            </a:endParaRPr>
          </a:p>
          <a:p>
            <a:pPr>
              <a:spcBef>
                <a:spcPts val="900"/>
              </a:spcBef>
            </a:pPr>
            <a:r>
              <a:rPr lang="en-US" altLang="zh-CN" dirty="0">
                <a:solidFill>
                  <a:srgbClr val="0E0E0E"/>
                </a:solidFill>
                <a:effectLst/>
                <a:latin typeface=".AppleSystemUIFont"/>
              </a:rPr>
              <a:t>1. </a:t>
            </a:r>
            <a:r>
              <a:rPr lang="en-US" altLang="zh-CN" b="1" dirty="0" err="1">
                <a:solidFill>
                  <a:srgbClr val="0E0E0E"/>
                </a:solidFill>
                <a:effectLst/>
                <a:latin typeface=".AppleSystemUIFont"/>
              </a:rPr>
              <a:t>usertrapvec</a:t>
            </a:r>
            <a:r>
              <a:rPr lang="en-US" altLang="zh-CN" b="1" dirty="0">
                <a:solidFill>
                  <a:srgbClr val="0E0E0E"/>
                </a:solidFill>
                <a:effectLst/>
                <a:latin typeface=".AppleSystemUIFont"/>
              </a:rPr>
              <a:t> -&gt; </a:t>
            </a:r>
            <a:r>
              <a:rPr lang="en-US" altLang="zh-CN" b="1" dirty="0" err="1">
                <a:solidFill>
                  <a:srgbClr val="0E0E0E"/>
                </a:solidFill>
                <a:effectLst/>
                <a:latin typeface=".AppleSystemUIFont"/>
              </a:rPr>
              <a:t>usertrap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：当 </a:t>
            </a:r>
            <a:r>
              <a:rPr lang="en-US" altLang="zh-CN" dirty="0" err="1">
                <a:solidFill>
                  <a:srgbClr val="0E0E0E"/>
                </a:solidFill>
                <a:effectLst/>
                <a:latin typeface=".AppleSystemUIFontMonospaced"/>
              </a:rPr>
              <a:t>ecall</a:t>
            </a:r>
            <a:r>
              <a:rPr lang="en-US" altLang="zh-CN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被触发后，</a:t>
            </a:r>
            <a:r>
              <a:rPr lang="en-US" altLang="zh-CN" dirty="0">
                <a:solidFill>
                  <a:srgbClr val="0E0E0E"/>
                </a:solidFill>
                <a:effectLst/>
                <a:latin typeface=".AppleSystemUIFont"/>
              </a:rPr>
              <a:t>CPU 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会跳转到内核态的异常处理函数 </a:t>
            </a:r>
            <a:r>
              <a:rPr lang="en-US" altLang="zh-CN" dirty="0" err="1">
                <a:solidFill>
                  <a:srgbClr val="0E0E0E"/>
                </a:solidFill>
                <a:effectLst/>
                <a:latin typeface=".AppleSystemUIFontMonospaced"/>
              </a:rPr>
              <a:t>usertrap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，这个过程在 </a:t>
            </a:r>
            <a:r>
              <a:rPr lang="en-US" altLang="zh-CN" dirty="0">
                <a:solidFill>
                  <a:srgbClr val="0E0E0E"/>
                </a:solidFill>
                <a:effectLst/>
                <a:latin typeface=".AppleSystemUIFontMonospaced"/>
              </a:rPr>
              <a:t>kernel/</a:t>
            </a:r>
            <a:r>
              <a:rPr lang="en-US" altLang="zh-CN" dirty="0" err="1">
                <a:solidFill>
                  <a:srgbClr val="0E0E0E"/>
                </a:solidFill>
                <a:effectLst/>
                <a:latin typeface=".AppleSystemUIFontMonospaced"/>
              </a:rPr>
              <a:t>trap.c</a:t>
            </a:r>
            <a:r>
              <a:rPr lang="en-US" altLang="zh-CN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文件中处理。</a:t>
            </a:r>
          </a:p>
          <a:p>
            <a:pPr>
              <a:spcBef>
                <a:spcPts val="900"/>
              </a:spcBef>
            </a:pPr>
            <a:r>
              <a:rPr lang="en-US" altLang="zh-CN" dirty="0">
                <a:solidFill>
                  <a:srgbClr val="0E0E0E"/>
                </a:solidFill>
                <a:effectLst/>
                <a:latin typeface=".AppleSystemUIFont"/>
              </a:rPr>
              <a:t>2. </a:t>
            </a:r>
            <a:r>
              <a:rPr lang="en-US" altLang="zh-CN" b="1" dirty="0" err="1">
                <a:solidFill>
                  <a:srgbClr val="0E0E0E"/>
                </a:solidFill>
                <a:effectLst/>
                <a:latin typeface=".AppleSystemUIFont"/>
              </a:rPr>
              <a:t>syscall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：在 </a:t>
            </a:r>
            <a:r>
              <a:rPr lang="en-US" altLang="zh-CN" dirty="0" err="1">
                <a:solidFill>
                  <a:srgbClr val="0E0E0E"/>
                </a:solidFill>
                <a:effectLst/>
                <a:latin typeface=".AppleSystemUIFontMonospaced"/>
              </a:rPr>
              <a:t>usertrap</a:t>
            </a:r>
            <a:r>
              <a:rPr lang="en-US" altLang="zh-CN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函数中，操作系统会通过 </a:t>
            </a:r>
            <a:r>
              <a:rPr lang="en-US" altLang="zh-CN" dirty="0" err="1">
                <a:solidFill>
                  <a:srgbClr val="0E0E0E"/>
                </a:solidFill>
                <a:effectLst/>
                <a:latin typeface=".AppleSystemUIFontMonospaced"/>
              </a:rPr>
              <a:t>syscall</a:t>
            </a:r>
            <a:r>
              <a:rPr lang="en-US" altLang="zh-CN" dirty="0">
                <a:solidFill>
                  <a:srgbClr val="0E0E0E"/>
                </a:solidFill>
                <a:effectLst/>
                <a:latin typeface=".AppleSystemUIFontMonospaced"/>
              </a:rPr>
              <a:t>()</a:t>
            </a:r>
            <a:r>
              <a:rPr lang="en-US" altLang="zh-CN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函数进行系统调用的分发。在 </a:t>
            </a:r>
            <a:r>
              <a:rPr lang="en-US" altLang="zh-CN" dirty="0" err="1">
                <a:solidFill>
                  <a:srgbClr val="0E0E0E"/>
                </a:solidFill>
                <a:effectLst/>
                <a:latin typeface=".AppleSystemUIFontMonospaced"/>
              </a:rPr>
              <a:t>syscall</a:t>
            </a:r>
            <a:r>
              <a:rPr lang="en-US" altLang="zh-CN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函数中，操作系统根据系统调用号（例如 </a:t>
            </a:r>
            <a:r>
              <a:rPr lang="en-US" altLang="zh-CN" dirty="0" err="1">
                <a:solidFill>
                  <a:srgbClr val="0E0E0E"/>
                </a:solidFill>
                <a:effectLst/>
                <a:latin typeface=".AppleSystemUIFontMonospaced"/>
              </a:rPr>
              <a:t>SYS_fork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，</a:t>
            </a:r>
            <a:r>
              <a:rPr lang="en-US" altLang="zh-CN" dirty="0" err="1">
                <a:solidFill>
                  <a:srgbClr val="0E0E0E"/>
                </a:solidFill>
                <a:effectLst/>
                <a:latin typeface=".AppleSystemUIFontMonospaced"/>
              </a:rPr>
              <a:t>SYS_exit</a:t>
            </a:r>
            <a:r>
              <a:rPr lang="en-US" altLang="zh-CN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等）来调用相应的内核处理函数。这些函数的名称通常是 </a:t>
            </a:r>
            <a:r>
              <a:rPr lang="en-US" altLang="zh-CN" dirty="0" err="1">
                <a:solidFill>
                  <a:srgbClr val="0E0E0E"/>
                </a:solidFill>
                <a:effectLst/>
                <a:latin typeface=".AppleSystemUIFontMonospaced"/>
              </a:rPr>
              <a:t>sys_XX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（如 </a:t>
            </a:r>
            <a:r>
              <a:rPr lang="en-US" altLang="zh-CN" dirty="0" err="1">
                <a:solidFill>
                  <a:srgbClr val="0E0E0E"/>
                </a:solidFill>
                <a:effectLst/>
                <a:latin typeface=".AppleSystemUIFontMonospaced"/>
              </a:rPr>
              <a:t>sys_fork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、</a:t>
            </a:r>
            <a:r>
              <a:rPr lang="en-US" altLang="zh-CN" dirty="0" err="1">
                <a:solidFill>
                  <a:srgbClr val="0E0E0E"/>
                </a:solidFill>
                <a:effectLst/>
                <a:latin typeface=".AppleSystemUIFontMonospaced"/>
              </a:rPr>
              <a:t>sys_exit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）。</a:t>
            </a:r>
          </a:p>
          <a:p>
            <a:pPr>
              <a:spcBef>
                <a:spcPts val="900"/>
              </a:spcBef>
            </a:pPr>
            <a:r>
              <a:rPr lang="en-US" altLang="zh-CN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这些系统调用的处理函数（如 </a:t>
            </a:r>
            <a:r>
              <a:rPr lang="en-US" altLang="zh-CN" dirty="0" err="1">
                <a:solidFill>
                  <a:srgbClr val="0E0E0E"/>
                </a:solidFill>
                <a:effectLst/>
                <a:latin typeface=".AppleSystemUIFontMonospaced"/>
              </a:rPr>
              <a:t>sys_fork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）实现了具体的系统功能。</a:t>
            </a:r>
          </a:p>
          <a:p>
            <a:pPr>
              <a:spcBef>
                <a:spcPts val="900"/>
              </a:spcBef>
            </a:pPr>
            <a:r>
              <a:rPr lang="en-US" altLang="zh-CN" dirty="0">
                <a:solidFill>
                  <a:srgbClr val="0E0E0E"/>
                </a:solidFill>
                <a:effectLst/>
                <a:latin typeface=".AppleSystemUIFont"/>
              </a:rPr>
              <a:t>3. </a:t>
            </a:r>
            <a:r>
              <a:rPr lang="en-US" altLang="zh-CN" b="1" dirty="0" err="1">
                <a:solidFill>
                  <a:srgbClr val="0E0E0E"/>
                </a:solidFill>
                <a:effectLst/>
                <a:latin typeface=".AppleSystemUIFont"/>
              </a:rPr>
              <a:t>usertrapret</a:t>
            </a:r>
            <a:r>
              <a:rPr lang="en-US" altLang="zh-CN" b="1" dirty="0">
                <a:solidFill>
                  <a:srgbClr val="0E0E0E"/>
                </a:solidFill>
                <a:effectLst/>
                <a:latin typeface=".AppleSystemUIFont"/>
              </a:rPr>
              <a:t> -&gt; </a:t>
            </a:r>
            <a:r>
              <a:rPr lang="en-US" altLang="zh-CN" b="1" dirty="0" err="1">
                <a:solidFill>
                  <a:srgbClr val="0E0E0E"/>
                </a:solidFill>
                <a:effectLst/>
                <a:latin typeface=".AppleSystemUIFont"/>
              </a:rPr>
              <a:t>userret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：处理完系统调用后，操作系统将返回控制权给用户空间。此时，会通过 </a:t>
            </a:r>
            <a:r>
              <a:rPr lang="en-US" altLang="zh-CN" dirty="0" err="1">
                <a:solidFill>
                  <a:srgbClr val="0E0E0E"/>
                </a:solidFill>
                <a:effectLst/>
                <a:latin typeface=".AppleSystemUIFontMonospaced"/>
              </a:rPr>
              <a:t>usertrapret</a:t>
            </a:r>
            <a:r>
              <a:rPr lang="en-US" altLang="zh-CN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和 </a:t>
            </a:r>
            <a:r>
              <a:rPr lang="en-US" altLang="zh-CN" dirty="0" err="1">
                <a:solidFill>
                  <a:srgbClr val="0E0E0E"/>
                </a:solidFill>
                <a:effectLst/>
                <a:latin typeface=".AppleSystemUIFontMonospaced"/>
              </a:rPr>
              <a:t>userret</a:t>
            </a:r>
            <a:r>
              <a:rPr lang="en-US" altLang="zh-CN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继续恢复用户态的执行。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DEDA1-A393-CC4D-9284-F22C847C84D1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1876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第一个系统调用是 </a:t>
            </a:r>
            <a:r>
              <a:rPr lang="en-US" altLang="zh-CN" b="1" dirty="0"/>
              <a:t>trace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en-US" altLang="zh-CN" dirty="0"/>
              <a:t>trace </a:t>
            </a:r>
            <a:r>
              <a:rPr lang="zh-CN" altLang="en-US" dirty="0"/>
              <a:t>用于跟踪进程执行的系统调用情况。该系统调用接收一个参数，这个参数是一个整数类型的 </a:t>
            </a:r>
            <a:r>
              <a:rPr lang="en-US" altLang="zh-CN" b="1" dirty="0"/>
              <a:t>mask</a:t>
            </a:r>
            <a:r>
              <a:rPr lang="zh-CN" altLang="en-US" dirty="0"/>
              <a:t>。</a:t>
            </a:r>
            <a:r>
              <a:rPr lang="en-US" altLang="zh-CN" dirty="0"/>
              <a:t>mask </a:t>
            </a:r>
            <a:r>
              <a:rPr lang="zh-CN" altLang="en-US" dirty="0"/>
              <a:t>的每一位（</a:t>
            </a:r>
            <a:r>
              <a:rPr lang="en-US" altLang="zh-CN" dirty="0"/>
              <a:t>bit</a:t>
            </a:r>
            <a:r>
              <a:rPr lang="zh-CN" altLang="en-US" dirty="0"/>
              <a:t>）对应一个系统调用编号，用来表示需要跟踪哪些系统调用。例如，如果调用 </a:t>
            </a:r>
            <a:r>
              <a:rPr lang="en-US" altLang="zh-CN" dirty="0"/>
              <a:t>trace(1 &lt;&lt; </a:t>
            </a:r>
            <a:r>
              <a:rPr lang="en-US" altLang="zh-CN" dirty="0" err="1"/>
              <a:t>SYS_fork</a:t>
            </a:r>
            <a:r>
              <a:rPr lang="en-US" altLang="zh-CN" dirty="0"/>
              <a:t>)</a:t>
            </a:r>
            <a:r>
              <a:rPr lang="zh-CN" altLang="en-US" dirty="0"/>
              <a:t>，其中 </a:t>
            </a:r>
            <a:r>
              <a:rPr lang="en-US" altLang="zh-CN" dirty="0" err="1"/>
              <a:t>SYS_fork</a:t>
            </a:r>
            <a:r>
              <a:rPr lang="en-US" altLang="zh-CN" dirty="0"/>
              <a:t> </a:t>
            </a:r>
            <a:r>
              <a:rPr lang="zh-CN" altLang="en-US" dirty="0"/>
              <a:t>是在 </a:t>
            </a:r>
            <a:r>
              <a:rPr lang="en-US" altLang="zh-CN" dirty="0"/>
              <a:t>kernel/</a:t>
            </a:r>
            <a:r>
              <a:rPr lang="en-US" altLang="zh-CN" dirty="0" err="1"/>
              <a:t>syscall.h</a:t>
            </a:r>
            <a:r>
              <a:rPr lang="en-US" altLang="zh-CN" dirty="0"/>
              <a:t> </a:t>
            </a:r>
            <a:r>
              <a:rPr lang="zh-CN" altLang="en-US" dirty="0"/>
              <a:t>中定义的系统调用编号，那么该设置表示需要跟踪 </a:t>
            </a:r>
            <a:r>
              <a:rPr lang="en-US" altLang="zh-CN" dirty="0"/>
              <a:t>fork </a:t>
            </a:r>
            <a:r>
              <a:rPr lang="zh-CN" altLang="en-US" dirty="0"/>
              <a:t>这个系统调用。当进程执行被指定跟踪的系统调用时，在系统调用即将返回用户空间之前，内核需要打印一行信息，用来显示该系统调用的执行情况，例如进程编号、系统调用名称以及返回值等。</a:t>
            </a:r>
          </a:p>
          <a:p>
            <a:r>
              <a:rPr lang="en-US" altLang="zh-CN" dirty="0"/>
              <a:t>trace </a:t>
            </a:r>
            <a:r>
              <a:rPr lang="zh-CN" altLang="en-US" dirty="0"/>
              <a:t>的作用范围仅限于调用该系统调用的进程本身，并且该设置还需要被该进程之后通过 </a:t>
            </a:r>
            <a:r>
              <a:rPr lang="en-US" altLang="zh-CN" dirty="0"/>
              <a:t>fork </a:t>
            </a:r>
            <a:r>
              <a:rPr lang="zh-CN" altLang="en-US" dirty="0"/>
              <a:t>创建的子进程继承。因此，如果一个进程调用了 </a:t>
            </a:r>
            <a:r>
              <a:rPr lang="en-US" altLang="zh-CN" dirty="0"/>
              <a:t>trace </a:t>
            </a:r>
            <a:r>
              <a:rPr lang="zh-CN" altLang="en-US" dirty="0"/>
              <a:t>并随后创建了子进程，那么这些子进程也应当继续保持相同的系统调用跟踪设置。与此同时，这一机制不应影响系统中的其他进程，也就是说，只有调用 </a:t>
            </a:r>
            <a:r>
              <a:rPr lang="en-US" altLang="zh-CN" dirty="0"/>
              <a:t>trace </a:t>
            </a:r>
            <a:r>
              <a:rPr lang="zh-CN" altLang="en-US" dirty="0"/>
              <a:t>的进程及其后代进程会被跟踪。</a:t>
            </a:r>
          </a:p>
          <a:p>
            <a:r>
              <a:rPr lang="zh-CN" altLang="en-US" dirty="0"/>
              <a:t>第二个需要实现的系统调用是 </a:t>
            </a:r>
            <a:r>
              <a:rPr lang="en-US" altLang="zh-CN" b="1" dirty="0" err="1"/>
              <a:t>sysinfo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en-US" altLang="zh-CN" dirty="0" err="1"/>
              <a:t>sysinfo</a:t>
            </a:r>
            <a:r>
              <a:rPr lang="en-US" altLang="zh-CN" dirty="0"/>
              <a:t> </a:t>
            </a:r>
            <a:r>
              <a:rPr lang="zh-CN" altLang="en-US" dirty="0"/>
              <a:t>用于收集当前系统的运行状态信息。该系统调用接收一个参数，这个参数是一个指向 </a:t>
            </a:r>
            <a:r>
              <a:rPr lang="en-US" altLang="zh-CN" dirty="0"/>
              <a:t>struct </a:t>
            </a:r>
            <a:r>
              <a:rPr lang="en-US" altLang="zh-CN" dirty="0" err="1"/>
              <a:t>sysinfo</a:t>
            </a:r>
            <a:r>
              <a:rPr lang="en-US" altLang="zh-CN" dirty="0"/>
              <a:t> </a:t>
            </a:r>
            <a:r>
              <a:rPr lang="zh-CN" altLang="en-US" dirty="0"/>
              <a:t>结构体的指针。内核在执行 </a:t>
            </a:r>
            <a:r>
              <a:rPr lang="en-US" altLang="zh-CN" dirty="0" err="1"/>
              <a:t>sysinfo</a:t>
            </a:r>
            <a:r>
              <a:rPr lang="en-US" altLang="zh-CN" dirty="0"/>
              <a:t> </a:t>
            </a:r>
            <a:r>
              <a:rPr lang="zh-CN" altLang="en-US" dirty="0"/>
              <a:t>系统调用时，需要收集系统中的一些基本信息，并将这些信息写入该结构体中，然后再返回给用户程序。</a:t>
            </a:r>
          </a:p>
          <a:p>
            <a:r>
              <a:rPr lang="zh-CN" altLang="en-US" dirty="0"/>
              <a:t>在本实验中，</a:t>
            </a:r>
            <a:r>
              <a:rPr lang="en-US" altLang="zh-CN" dirty="0"/>
              <a:t>struct </a:t>
            </a:r>
            <a:r>
              <a:rPr lang="en-US" altLang="zh-CN" dirty="0" err="1"/>
              <a:t>sysinfo</a:t>
            </a:r>
            <a:r>
              <a:rPr lang="en-US" altLang="zh-CN" dirty="0"/>
              <a:t> </a:t>
            </a:r>
            <a:r>
              <a:rPr lang="zh-CN" altLang="en-US" dirty="0"/>
              <a:t>结构体需要记录两个重要的系统状态信息。第一个是 </a:t>
            </a:r>
            <a:r>
              <a:rPr lang="en-US" altLang="zh-CN" b="1" dirty="0" err="1"/>
              <a:t>freemem</a:t>
            </a:r>
            <a:r>
              <a:rPr lang="zh-CN" altLang="en-US" dirty="0"/>
              <a:t>，表示当前系统中剩余的空闲内存大小。第二个是 </a:t>
            </a:r>
            <a:r>
              <a:rPr lang="en-US" altLang="zh-CN" b="1" dirty="0" err="1"/>
              <a:t>nproc</a:t>
            </a:r>
            <a:r>
              <a:rPr lang="zh-CN" altLang="en-US" dirty="0"/>
              <a:t>，表示当前系统中正在运行或存在的进程数量。通过 </a:t>
            </a:r>
            <a:r>
              <a:rPr lang="en-US" altLang="zh-CN" dirty="0" err="1"/>
              <a:t>sysinfo</a:t>
            </a:r>
            <a:r>
              <a:rPr lang="en-US" altLang="zh-CN" dirty="0"/>
              <a:t> </a:t>
            </a:r>
            <a:r>
              <a:rPr lang="zh-CN" altLang="en-US" dirty="0"/>
              <a:t>系统调用，用户程序可以获取系统的内存使用情况以及进程数量，从而了解当前系统的整体运行状态。</a:t>
            </a:r>
          </a:p>
          <a:p>
            <a:r>
              <a:rPr lang="zh-CN" altLang="en-US" dirty="0"/>
              <a:t>通过实现这两个系统调用，可以帮助我们更好地理解操作系统中 </a:t>
            </a:r>
            <a:r>
              <a:rPr lang="zh-CN" altLang="en-US" b="1" dirty="0"/>
              <a:t>系统调用机制、进程继承关系以及系统资源统计</a:t>
            </a:r>
            <a:r>
              <a:rPr lang="zh-CN" altLang="en-US" dirty="0"/>
              <a:t> 等核心概念，同时也可以进一步熟悉 </a:t>
            </a:r>
            <a:r>
              <a:rPr lang="en-US" altLang="zh-CN" dirty="0"/>
              <a:t>xv6 </a:t>
            </a:r>
            <a:r>
              <a:rPr lang="zh-CN" altLang="en-US" dirty="0"/>
              <a:t>内核代码的组织结构和实现方式。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DEDA1-A393-CC4D-9284-F22C847C84D1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21065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DEDA1-A393-CC4D-9284-F22C847C84D1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287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4B463C-3D2D-802C-2285-DE986356A3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7D5653-2846-7A6D-E9F9-8A94F6588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7A1199-4B42-DCBA-00B1-8002C14FC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B252F-6087-7C4E-B0CA-E2BDB4052883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88DDAF-91C7-266A-83ED-788EC339F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5866A9-B461-242F-3D76-038BE8570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1963-FDA5-8246-9ED8-2E5460BE00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7617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59E3BE-50BC-A458-A075-A1750CA0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00BB51-30E4-2935-EFFD-37DAF4B80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A90302-2971-EF3F-32B6-82467DD16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B252F-6087-7C4E-B0CA-E2BDB4052883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1A1BDC-EE3D-6F5C-C065-7193FB370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B99816-8434-6BDA-D296-493C37D9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1963-FDA5-8246-9ED8-2E5460BE00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7684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7E35DD-C17E-98FC-8729-476A15EB2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57D5C0-3E42-A043-5481-973675827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7EDDC4-1FED-F749-9006-DC6819FDC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B252F-6087-7C4E-B0CA-E2BDB4052883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A13E1C-0568-FD4E-C43C-962EBE8D4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FF155C-C8CE-0DCE-8A9B-707268053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1963-FDA5-8246-9ED8-2E5460BE00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4336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876B83-7D80-B1FB-EFAB-478B3C2CF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0252AF-AF62-A528-D3C0-7168B8AE01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960F3C-89C2-99C0-6753-DEF16BDA4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A1CA71-EDD7-1DA6-87B0-BF1529BDB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B252F-6087-7C4E-B0CA-E2BDB4052883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83FAF3-7C8E-7508-69AD-A384C721B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63CCDB-C03D-57CE-DFD6-84534C472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1963-FDA5-8246-9ED8-2E5460BE00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561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6FF233-0DCA-1FF9-0246-979767BF3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6F4BFF-5BB0-B031-9C91-E4E20EA70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B8706E-738E-8A00-B6B9-049D7879CD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9F6536-8B93-F6C5-97EB-1553BF220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95F9795-0DBD-FA3C-1379-31B3024E8F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CA402E5-BAD4-88F9-9C95-3BFFFEC39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B252F-6087-7C4E-B0CA-E2BDB4052883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8F0B31B-3BA6-4E5F-18E2-38EA109A2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EA3DE49-2D50-26AD-A425-A76B4014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1963-FDA5-8246-9ED8-2E5460BE00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7419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ADA313-379E-2574-3550-277AB9872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1B9AC44-825C-4EC8-3071-1BFDAE3AF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B252F-6087-7C4E-B0CA-E2BDB4052883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F1C7AD-DC65-3E1C-C1B3-23CE34A6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430716-6CAC-BBFF-0C71-5E8C935F0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1963-FDA5-8246-9ED8-2E5460BE00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4397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18FE1D-11FA-135C-B303-4303CC71A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B252F-6087-7C4E-B0CA-E2BDB4052883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15B2F8-32F6-9776-50F5-665268FD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C886EA-30EF-C2D2-29D7-F792AAEF1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1963-FDA5-8246-9ED8-2E5460BE00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8937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DF85D2-6358-D88A-37B7-5D38CCE5B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7F89B1-0A22-38D5-FE52-3CCDC7C66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605C34-1B39-1145-974B-2E8CCF355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B11B9D-BC27-8C14-563B-AD32AD322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B252F-6087-7C4E-B0CA-E2BDB4052883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401607-96AB-41AE-321B-FE88F2EFA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B6FF7B-6C18-A2F8-3DA0-48AC7EF6C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1963-FDA5-8246-9ED8-2E5460BE00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4663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3EBB81-78B5-FCB2-AAAF-5E783E102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BDDCA36-249C-F65D-00F8-46C68B75E5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D41AEA-83BB-3A85-7D49-8395C4DAB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5A087A-06C8-9694-F63F-47BC21E54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B252F-6087-7C4E-B0CA-E2BDB4052883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87D710-D9F2-3CDC-E348-A506F9D9C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835848-6D27-07AA-0902-B8D6A2101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1963-FDA5-8246-9ED8-2E5460BE00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4667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403098-EE1D-E165-0FFE-6D0F9B39A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3D491F-F60E-7F91-55F6-364FA6199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02D44D-67FC-D067-F74E-57AC9C2E4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B252F-6087-7C4E-B0CA-E2BDB4052883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1D4B61-F483-63F4-5C5C-1FF54B2B9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AD7767-D85A-FA08-D405-DB866A1C3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1963-FDA5-8246-9ED8-2E5460BE00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1747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42307C9-EC37-0CFF-B090-CBA7F7D14E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09FB19-5D51-BD15-7C39-4B0CCB3B5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29A3B7-C410-E59C-BCB3-9F84DBBA7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B252F-6087-7C4E-B0CA-E2BDB4052883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7B10B1-D5EF-ACD9-519A-BC0005BC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CEEBE0-53F8-321B-40E2-EF242672B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1963-FDA5-8246-9ED8-2E5460BE00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7292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BA85D5-010B-9656-13BD-767A1447B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7465C8-4063-CB64-BD47-0AD20DB01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F03ED1-B54F-F356-22B7-F0482893C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B252F-6087-7C4E-B0CA-E2BDB4052883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44FF02-9688-F29B-033E-E81FA49967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E4756A-31B9-545F-0241-BF97E55E0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91963-FDA5-8246-9ED8-2E5460BE00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886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wtz514@sjt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jbox.sjtu.edu.cn/l/a1bBsQ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5FA25E-BAE8-6736-E613-46FB09509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Lab</a:t>
            </a:r>
            <a:r>
              <a:rPr kumimoji="1" lang="zh-CN" altLang="en-US" dirty="0"/>
              <a:t> </a:t>
            </a:r>
            <a:r>
              <a:rPr kumimoji="1" lang="en-US" altLang="zh-CN" dirty="0"/>
              <a:t>Util and </a:t>
            </a:r>
            <a:r>
              <a:rPr kumimoji="1" lang="en-US" altLang="zh-CN" dirty="0" err="1"/>
              <a:t>Syscall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52C8006-361B-31EE-D087-A632FFEF92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2026.03.13</a:t>
            </a:r>
            <a:r>
              <a:rPr kumimoji="1" lang="zh-CN" altLang="en-US" dirty="0"/>
              <a:t> 王天择</a:t>
            </a:r>
            <a:endParaRPr kumimoji="1" lang="en-US" altLang="zh-CN" dirty="0"/>
          </a:p>
          <a:p>
            <a:r>
              <a:rPr kumimoji="1" lang="en-US" altLang="zh-CN" dirty="0">
                <a:hlinkClick r:id="rId2"/>
              </a:rPr>
              <a:t>wtz514@sjtu.edu.cn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2983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01008-4753-45EA-7DD6-0F40486E4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准备环境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221336-D2AB-AF99-61A7-DAF6A6CB6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建议使用虚拟机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Windows</a:t>
            </a:r>
            <a:r>
              <a:rPr kumimoji="1" lang="zh-CN" altLang="en-US" dirty="0"/>
              <a:t>下用</a:t>
            </a:r>
            <a:r>
              <a:rPr kumimoji="1" lang="en-US" altLang="zh-CN" dirty="0" err="1"/>
              <a:t>Vmware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workstation</a:t>
            </a:r>
          </a:p>
          <a:p>
            <a:pPr lvl="1"/>
            <a:r>
              <a:rPr kumimoji="1" lang="en-US" altLang="zh-CN" dirty="0"/>
              <a:t>macOS</a:t>
            </a:r>
            <a:r>
              <a:rPr kumimoji="1" lang="zh-CN" altLang="en-US" dirty="0"/>
              <a:t>下用</a:t>
            </a:r>
            <a:r>
              <a:rPr kumimoji="1" lang="en-US" altLang="zh-CN" dirty="0" err="1"/>
              <a:t>Vmware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fusion</a:t>
            </a:r>
            <a:r>
              <a:rPr kumimoji="1" lang="zh-CN" altLang="en-US" dirty="0"/>
              <a:t> 或者 </a:t>
            </a:r>
            <a:r>
              <a:rPr kumimoji="1" lang="en-US" altLang="zh-CN" dirty="0"/>
              <a:t>UTM</a:t>
            </a:r>
          </a:p>
          <a:p>
            <a:r>
              <a:rPr kumimoji="1" lang="zh-CN" altLang="en-US" dirty="0"/>
              <a:t>虚拟机镜像中已经配置好需要的环境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Vmware</a:t>
            </a:r>
            <a:r>
              <a:rPr kumimoji="1" lang="en-US" altLang="zh-CN" dirty="0"/>
              <a:t>: </a:t>
            </a:r>
            <a:r>
              <a:rPr lang="en" altLang="zh-CN" dirty="0">
                <a:effectLst/>
                <a:hlinkClick r:id="rId3"/>
              </a:rPr>
              <a:t>https://jbox.sjtu.edu.cn/l/a1bBsQ</a:t>
            </a:r>
            <a:endParaRPr lang="en" altLang="zh-CN" dirty="0">
              <a:effectLst/>
            </a:endParaRPr>
          </a:p>
          <a:p>
            <a:pPr lvl="1"/>
            <a:r>
              <a:rPr kumimoji="1" lang="en" altLang="zh-CN" dirty="0"/>
              <a:t>UTM: </a:t>
            </a:r>
            <a:r>
              <a:rPr lang="en" altLang="zh-CN" dirty="0">
                <a:effectLst/>
              </a:rPr>
              <a:t>https://</a:t>
            </a:r>
            <a:r>
              <a:rPr lang="en" altLang="zh-CN" dirty="0" err="1">
                <a:effectLst/>
              </a:rPr>
              <a:t>jbox.sjtu.edu.cn</a:t>
            </a:r>
            <a:r>
              <a:rPr lang="en" altLang="zh-CN" dirty="0">
                <a:effectLst/>
              </a:rPr>
              <a:t>/l/O1ZbYM</a:t>
            </a:r>
            <a:endParaRPr kumimoji="1" lang="en-US" altLang="zh-CN" dirty="0"/>
          </a:p>
          <a:p>
            <a:r>
              <a:rPr kumimoji="1" lang="zh-CN" altLang="en-US" dirty="0"/>
              <a:t>建议配合</a:t>
            </a:r>
            <a:r>
              <a:rPr kumimoji="1" lang="en-US" altLang="zh-CN" dirty="0" err="1"/>
              <a:t>VSCode</a:t>
            </a:r>
            <a:r>
              <a:rPr kumimoji="1" lang="zh-CN" altLang="en-US" dirty="0"/>
              <a:t>进行代码编辑</a:t>
            </a:r>
          </a:p>
        </p:txBody>
      </p:sp>
    </p:spTree>
    <p:extLst>
      <p:ext uri="{BB962C8B-B14F-4D97-AF65-F5344CB8AC3E}">
        <p14:creationId xmlns:p14="http://schemas.microsoft.com/office/powerpoint/2010/main" val="3893958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51E6D5-3666-8B70-3850-CB3ABC6B1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Git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74B5C3-4FB4-0461-F195-A9C15A6CF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下载代码</a:t>
            </a:r>
            <a:endParaRPr kumimoji="1" lang="en-US" altLang="zh-CN" dirty="0"/>
          </a:p>
          <a:p>
            <a:pPr lvl="1"/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git</a:t>
            </a:r>
            <a:r>
              <a:rPr kumimoji="1" lang="zh-CN" altLang="en-US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 </a:t>
            </a:r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clone</a:t>
            </a:r>
            <a:r>
              <a:rPr kumimoji="1" lang="zh-CN" altLang="en-US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 </a:t>
            </a:r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https://</a:t>
            </a:r>
            <a:r>
              <a:rPr kumimoji="1" lang="en-US" altLang="zh-CN" dirty="0" err="1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github.com</a:t>
            </a:r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/liyaoxuan/CS2953-2024.git</a:t>
            </a:r>
          </a:p>
          <a:p>
            <a:pPr lvl="1"/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cd CS2953-2024 &amp;&amp; make clean</a:t>
            </a:r>
          </a:p>
          <a:p>
            <a:r>
              <a:rPr kumimoji="1" lang="zh-CN" altLang="en-US" dirty="0">
                <a:latin typeface="+mn-ea"/>
                <a:cs typeface="Sarasa Mono SC" panose="02000509000000000000" pitchFamily="49" charset="-122"/>
              </a:rPr>
              <a:t>跟踪文件</a:t>
            </a:r>
            <a:endParaRPr kumimoji="1" lang="en-US" altLang="zh-CN" dirty="0">
              <a:latin typeface="+mn-ea"/>
              <a:cs typeface="Sarasa Mono SC" panose="02000509000000000000" pitchFamily="49" charset="-122"/>
            </a:endParaRPr>
          </a:p>
          <a:p>
            <a:pPr lvl="1"/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git</a:t>
            </a:r>
            <a:r>
              <a:rPr kumimoji="1" lang="zh-CN" altLang="en-US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 </a:t>
            </a:r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add</a:t>
            </a:r>
            <a:r>
              <a:rPr kumimoji="1" lang="zh-CN" altLang="en-US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 </a:t>
            </a:r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&lt;files&gt;</a:t>
            </a:r>
          </a:p>
          <a:p>
            <a:pPr lvl="1"/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git</a:t>
            </a:r>
            <a:r>
              <a:rPr kumimoji="1" lang="zh-CN" altLang="en-US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 </a:t>
            </a:r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add</a:t>
            </a:r>
            <a:r>
              <a:rPr kumimoji="1" lang="zh-CN" altLang="en-US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 </a:t>
            </a:r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.</a:t>
            </a:r>
          </a:p>
          <a:p>
            <a:r>
              <a:rPr kumimoji="1" lang="en-US" altLang="zh-CN" dirty="0">
                <a:latin typeface="+mn-ea"/>
                <a:cs typeface="Sarasa Mono SC" panose="02000509000000000000" pitchFamily="49" charset="-122"/>
              </a:rPr>
              <a:t>commit</a:t>
            </a:r>
          </a:p>
          <a:p>
            <a:pPr lvl="1"/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git</a:t>
            </a:r>
            <a:r>
              <a:rPr kumimoji="1" lang="zh-CN" altLang="en-US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 </a:t>
            </a:r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commit</a:t>
            </a:r>
            <a:r>
              <a:rPr kumimoji="1" lang="zh-CN" altLang="en-US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 </a:t>
            </a:r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-m "</a:t>
            </a:r>
            <a:r>
              <a:rPr lang="en" altLang="zh-CN" b="0" i="0" u="none" strike="noStrike" dirty="0">
                <a:solidFill>
                  <a:srgbClr val="333333"/>
                </a:solidFill>
                <a:effectLst/>
                <a:latin typeface="Open Sans" panose="020F0502020204030204" pitchFamily="34" charset="0"/>
              </a:rPr>
              <a:t>finish lab util and sys call</a:t>
            </a:r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"</a:t>
            </a:r>
          </a:p>
          <a:p>
            <a:r>
              <a:rPr kumimoji="1" lang="zh-CN" altLang="en-US" dirty="0">
                <a:latin typeface="+mn-ea"/>
                <a:cs typeface="Consolas" panose="020B0609020204030204" pitchFamily="49" charset="0"/>
              </a:rPr>
              <a:t>查看当前修改情况</a:t>
            </a:r>
            <a:endParaRPr kumimoji="1" lang="en-US" altLang="zh-CN" dirty="0">
              <a:latin typeface="+mn-ea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git</a:t>
            </a:r>
            <a:r>
              <a:rPr kumimoji="1" lang="zh-CN" altLang="en-US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 </a:t>
            </a:r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2126543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4FC2B-DA98-5452-EB63-BD1B7A7CB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Git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11DF85-B7BB-85EB-3557-6BC9D1D44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>
                <a:latin typeface="+mn-ea"/>
                <a:cs typeface="Sarasa Mono SC" panose="02000509000000000000" pitchFamily="49" charset="-122"/>
              </a:rPr>
              <a:t>更多</a:t>
            </a:r>
            <a:r>
              <a:rPr kumimoji="1" lang="en-US" altLang="zh-CN" dirty="0">
                <a:latin typeface="+mn-ea"/>
                <a:cs typeface="Sarasa Mono SC" panose="02000509000000000000" pitchFamily="49" charset="-122"/>
              </a:rPr>
              <a:t>git</a:t>
            </a:r>
            <a:r>
              <a:rPr kumimoji="1" lang="zh-CN" altLang="en-US" dirty="0">
                <a:latin typeface="+mn-ea"/>
                <a:cs typeface="Sarasa Mono SC" panose="02000509000000000000" pitchFamily="49" charset="-122"/>
              </a:rPr>
              <a:t>相关知识</a:t>
            </a:r>
            <a:endParaRPr kumimoji="1" lang="en-US" altLang="zh-CN" dirty="0">
              <a:latin typeface="+mn-ea"/>
              <a:cs typeface="Sarasa Mono SC" panose="02000509000000000000" pitchFamily="49" charset="-122"/>
            </a:endParaRPr>
          </a:p>
          <a:p>
            <a:r>
              <a:rPr kumimoji="1" lang="en-US" altLang="zh-CN" dirty="0">
                <a:latin typeface="+mn-ea"/>
                <a:cs typeface="Sarasa Mono SC" panose="02000509000000000000" pitchFamily="49" charset="-122"/>
              </a:rPr>
              <a:t>http://</a:t>
            </a:r>
            <a:r>
              <a:rPr kumimoji="1" lang="en-US" altLang="zh-CN" dirty="0" err="1">
                <a:latin typeface="+mn-ea"/>
                <a:cs typeface="Sarasa Mono SC" panose="02000509000000000000" pitchFamily="49" charset="-122"/>
              </a:rPr>
              <a:t>rogerdudler.github.io</a:t>
            </a:r>
            <a:r>
              <a:rPr kumimoji="1" lang="en-US" altLang="zh-CN" dirty="0">
                <a:latin typeface="+mn-ea"/>
                <a:cs typeface="Sarasa Mono SC" panose="02000509000000000000" pitchFamily="49" charset="-122"/>
              </a:rPr>
              <a:t>/git-guide/</a:t>
            </a:r>
            <a:r>
              <a:rPr kumimoji="1" lang="en-US" altLang="zh-CN" dirty="0" err="1">
                <a:latin typeface="+mn-ea"/>
                <a:cs typeface="Sarasa Mono SC" panose="02000509000000000000" pitchFamily="49" charset="-122"/>
              </a:rPr>
              <a:t>index.zh.html</a:t>
            </a:r>
            <a:endParaRPr kumimoji="1" lang="en-US" altLang="zh-CN" dirty="0">
              <a:latin typeface="+mn-ea"/>
              <a:cs typeface="Sarasa Mono SC" panose="02000509000000000000" pitchFamily="49" charset="-122"/>
            </a:endParaRPr>
          </a:p>
          <a:p>
            <a:r>
              <a:rPr kumimoji="1" lang="en-US" altLang="zh-CN" dirty="0">
                <a:latin typeface="+mn-ea"/>
                <a:cs typeface="Sarasa Mono SC" panose="02000509000000000000" pitchFamily="49" charset="-122"/>
              </a:rPr>
              <a:t>https://</a:t>
            </a:r>
            <a:r>
              <a:rPr kumimoji="1" lang="en-US" altLang="zh-CN" dirty="0" err="1">
                <a:latin typeface="+mn-ea"/>
                <a:cs typeface="Sarasa Mono SC" panose="02000509000000000000" pitchFamily="49" charset="-122"/>
              </a:rPr>
              <a:t>missing.csail.mit.edu</a:t>
            </a:r>
            <a:r>
              <a:rPr kumimoji="1" lang="en-US" altLang="zh-CN" dirty="0">
                <a:latin typeface="+mn-ea"/>
                <a:cs typeface="Sarasa Mono SC" panose="02000509000000000000" pitchFamily="49" charset="-122"/>
              </a:rPr>
              <a:t>/2020/version-control/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6524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82EAE4-FD37-43E9-CB18-99C18E6F1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xv6</a:t>
            </a:r>
            <a:r>
              <a:rPr kumimoji="1" lang="zh-CN" altLang="en-US" dirty="0"/>
              <a:t>代码结构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46372C4-4B02-7C3E-CAB8-E887713A4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46884" y="1825625"/>
            <a:ext cx="2197100" cy="2781300"/>
          </a:xfrm>
          <a:prstGeom prst="rect">
            <a:avLst/>
          </a:prstGeom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104E542A-3E46-855B-9CD2-D3269257B2D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kernel</a:t>
            </a:r>
            <a:r>
              <a:rPr kumimoji="1" lang="zh-CN" altLang="en-US" dirty="0"/>
              <a:t>：内核代码，运行在内核态</a:t>
            </a:r>
            <a:endParaRPr kumimoji="1" lang="en-US" altLang="zh-CN" dirty="0"/>
          </a:p>
          <a:p>
            <a:r>
              <a:rPr kumimoji="1" lang="en-US" altLang="zh-CN" dirty="0"/>
              <a:t>user</a:t>
            </a:r>
            <a:r>
              <a:rPr kumimoji="1" lang="zh-CN" altLang="en-US" dirty="0"/>
              <a:t>：应用代码，运行在用户态</a:t>
            </a:r>
            <a:endParaRPr kumimoji="1" lang="en-US" altLang="zh-CN" dirty="0"/>
          </a:p>
          <a:p>
            <a:r>
              <a:rPr kumimoji="1" lang="en-US" altLang="zh-CN" dirty="0" err="1"/>
              <a:t>mkfs</a:t>
            </a:r>
            <a:r>
              <a:rPr kumimoji="1" lang="zh-CN" altLang="en-US" dirty="0"/>
              <a:t>：用于构建</a:t>
            </a:r>
            <a:r>
              <a:rPr kumimoji="1" lang="en-US" altLang="zh-CN" dirty="0"/>
              <a:t>xv6</a:t>
            </a:r>
            <a:r>
              <a:rPr kumimoji="1" lang="zh-CN" altLang="en-US" dirty="0"/>
              <a:t>虚拟机的镜像</a:t>
            </a:r>
            <a:endParaRPr kumimoji="1" lang="en-US" altLang="zh-CN" dirty="0"/>
          </a:p>
          <a:p>
            <a:r>
              <a:rPr kumimoji="1" lang="en-US" altLang="zh-CN" dirty="0" err="1"/>
              <a:t>Makefile</a:t>
            </a:r>
            <a:r>
              <a:rPr kumimoji="1" lang="zh-CN" altLang="en-US" dirty="0"/>
              <a:t>：控制</a:t>
            </a:r>
            <a:r>
              <a:rPr kumimoji="1" lang="en-US" altLang="zh-CN" dirty="0"/>
              <a:t>xv6</a:t>
            </a:r>
            <a:r>
              <a:rPr kumimoji="1" lang="zh-CN" altLang="en-US" dirty="0"/>
              <a:t>的构建过程</a:t>
            </a:r>
          </a:p>
        </p:txBody>
      </p:sp>
    </p:spTree>
    <p:extLst>
      <p:ext uri="{BB962C8B-B14F-4D97-AF65-F5344CB8AC3E}">
        <p14:creationId xmlns:p14="http://schemas.microsoft.com/office/powerpoint/2010/main" val="1701223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33E1A-791D-3901-1845-60C01123C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xv6</a:t>
            </a:r>
            <a:r>
              <a:rPr kumimoji="1" lang="zh-CN" altLang="en-US" dirty="0"/>
              <a:t>代码结构 </a:t>
            </a:r>
            <a:r>
              <a:rPr kumimoji="1" lang="en-US" altLang="zh-CN" dirty="0"/>
              <a:t>-</a:t>
            </a:r>
            <a:r>
              <a:rPr kumimoji="1" lang="zh-CN" altLang="en-US" dirty="0"/>
              <a:t> </a:t>
            </a:r>
            <a:r>
              <a:rPr kumimoji="1" lang="en-US" altLang="zh-CN" dirty="0"/>
              <a:t>kernel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B5A0AE-04E7-B942-9302-B47191EDC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effectLst/>
                <a:latin typeface="Helvetica" pitchFamily="2" charset="0"/>
              </a:rPr>
              <a:t>中断</a:t>
            </a:r>
          </a:p>
          <a:p>
            <a:pPr lvl="1"/>
            <a:r>
              <a:rPr lang="en-US" altLang="zh-CN" dirty="0" err="1">
                <a:effectLst/>
                <a:latin typeface="Helvetica" pitchFamily="2" charset="0"/>
              </a:rPr>
              <a:t>trampoline.S</a:t>
            </a:r>
            <a:r>
              <a:rPr lang="en-US" altLang="zh-CN" dirty="0">
                <a:effectLst/>
                <a:latin typeface="Helvetica" pitchFamily="2" charset="0"/>
              </a:rPr>
              <a:t>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trap.c</a:t>
            </a:r>
            <a:r>
              <a:rPr lang="en-US" altLang="zh-CN" dirty="0">
                <a:effectLst/>
                <a:latin typeface="Helvetica" pitchFamily="2" charset="0"/>
              </a:rPr>
              <a:t>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syscall.c</a:t>
            </a:r>
            <a:r>
              <a:rPr lang="en-US" altLang="zh-CN" dirty="0">
                <a:effectLst/>
                <a:latin typeface="Helvetica" pitchFamily="2" charset="0"/>
              </a:rPr>
              <a:t>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syscall.h</a:t>
            </a:r>
            <a:r>
              <a:rPr lang="en-US" altLang="zh-CN" dirty="0">
                <a:effectLst/>
                <a:latin typeface="Helvetica" pitchFamily="2" charset="0"/>
              </a:rPr>
              <a:t>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kernelvec.S</a:t>
            </a:r>
            <a:endParaRPr lang="en-US" altLang="zh-CN" dirty="0">
              <a:effectLst/>
              <a:latin typeface="Helvetica" pitchFamily="2" charset="0"/>
            </a:endParaRPr>
          </a:p>
          <a:p>
            <a:r>
              <a:rPr lang="zh-CN" altLang="en-US" dirty="0">
                <a:effectLst/>
                <a:latin typeface="Helvetica" pitchFamily="2" charset="0"/>
              </a:rPr>
              <a:t>进程</a:t>
            </a:r>
          </a:p>
          <a:p>
            <a:pPr lvl="1"/>
            <a:r>
              <a:rPr lang="en-US" altLang="zh-CN" dirty="0" err="1">
                <a:effectLst/>
                <a:latin typeface="Helvetica" pitchFamily="2" charset="0"/>
              </a:rPr>
              <a:t>exec.c</a:t>
            </a:r>
            <a:r>
              <a:rPr lang="en-US" altLang="zh-CN" dirty="0">
                <a:latin typeface="Helvetica" pitchFamily="2" charset="0"/>
              </a:rPr>
              <a:t>,</a:t>
            </a:r>
            <a:r>
              <a:rPr lang="zh-CN" altLang="en-US" dirty="0"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proc.c</a:t>
            </a:r>
            <a:r>
              <a:rPr lang="en-US" altLang="zh-CN" dirty="0">
                <a:effectLst/>
                <a:latin typeface="Helvetica" pitchFamily="2" charset="0"/>
              </a:rPr>
              <a:t>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proc.h</a:t>
            </a:r>
            <a:r>
              <a:rPr lang="en-US" altLang="zh-CN" dirty="0">
                <a:effectLst/>
                <a:latin typeface="Helvetica" pitchFamily="2" charset="0"/>
              </a:rPr>
              <a:t>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swtch.S</a:t>
            </a:r>
            <a:r>
              <a:rPr lang="en-US" altLang="zh-CN" dirty="0">
                <a:effectLst/>
                <a:latin typeface="Helvetica" pitchFamily="2" charset="0"/>
              </a:rPr>
              <a:t>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sysproc.c</a:t>
            </a:r>
            <a:endParaRPr lang="en-US" altLang="zh-CN" dirty="0">
              <a:effectLst/>
              <a:latin typeface="Helvetica" pitchFamily="2" charset="0"/>
            </a:endParaRPr>
          </a:p>
          <a:p>
            <a:r>
              <a:rPr lang="zh-CN" altLang="en-US" dirty="0">
                <a:effectLst/>
                <a:latin typeface="Helvetica" pitchFamily="2" charset="0"/>
              </a:rPr>
              <a:t>锁实现</a:t>
            </a:r>
          </a:p>
          <a:p>
            <a:pPr lvl="1"/>
            <a:r>
              <a:rPr lang="en-US" altLang="zh-CN" dirty="0" err="1">
                <a:effectLst/>
                <a:latin typeface="Helvetica" pitchFamily="2" charset="0"/>
              </a:rPr>
              <a:t>sleeplock.c</a:t>
            </a:r>
            <a:r>
              <a:rPr lang="en-US" altLang="zh-CN" dirty="0">
                <a:effectLst/>
                <a:latin typeface="Helvetica" pitchFamily="2" charset="0"/>
              </a:rPr>
              <a:t>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sleeplock.h</a:t>
            </a:r>
            <a:r>
              <a:rPr lang="en-US" altLang="zh-CN" dirty="0">
                <a:effectLst/>
                <a:latin typeface="Helvetica" pitchFamily="2" charset="0"/>
              </a:rPr>
              <a:t>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spinlock.c</a:t>
            </a:r>
            <a:r>
              <a:rPr lang="en-US" altLang="zh-CN" dirty="0">
                <a:effectLst/>
                <a:latin typeface="Helvetica" pitchFamily="2" charset="0"/>
              </a:rPr>
              <a:t>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spinlock.h</a:t>
            </a:r>
            <a:endParaRPr lang="en-US" altLang="zh-CN" dirty="0">
              <a:effectLst/>
              <a:latin typeface="Helvetica" pitchFamily="2" charset="0"/>
            </a:endParaRPr>
          </a:p>
          <a:p>
            <a:r>
              <a:rPr lang="zh-CN" altLang="en-US" dirty="0">
                <a:effectLst/>
                <a:latin typeface="Helvetica" pitchFamily="2" charset="0"/>
              </a:rPr>
              <a:t>内存管理</a:t>
            </a:r>
          </a:p>
          <a:p>
            <a:pPr lvl="1"/>
            <a:r>
              <a:rPr lang="en-US" altLang="zh-CN" dirty="0" err="1">
                <a:effectLst/>
                <a:latin typeface="Helvetica" pitchFamily="2" charset="0"/>
              </a:rPr>
              <a:t>kalloc.c</a:t>
            </a:r>
            <a:r>
              <a:rPr lang="en-US" altLang="zh-CN" dirty="0">
                <a:effectLst/>
                <a:latin typeface="Helvetica" pitchFamily="2" charset="0"/>
              </a:rPr>
              <a:t>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vm.c</a:t>
            </a:r>
            <a:endParaRPr lang="en-US" altLang="zh-CN" dirty="0">
              <a:effectLst/>
              <a:latin typeface="Helvetica" pitchFamily="2" charset="0"/>
            </a:endParaRPr>
          </a:p>
          <a:p>
            <a:endParaRPr lang="en-US" altLang="zh-CN" dirty="0">
              <a:effectLst/>
              <a:latin typeface="Helvetica" pitchFamily="2" charset="0"/>
            </a:endParaRPr>
          </a:p>
          <a:p>
            <a:endParaRPr lang="en-US" altLang="zh-CN" dirty="0">
              <a:effectLst/>
              <a:latin typeface="Helvetica" pitchFamily="2" charset="0"/>
            </a:endParaRPr>
          </a:p>
          <a:p>
            <a:endParaRPr lang="en-US" altLang="zh-CN" dirty="0">
              <a:effectLst/>
              <a:latin typeface="Helvetica" pitchFamily="2" charset="0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9067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734CFE-3729-CD68-DA01-500D376DC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xv6</a:t>
            </a:r>
            <a:r>
              <a:rPr kumimoji="1" lang="zh-CN" altLang="en-US" dirty="0"/>
              <a:t>代码结构 </a:t>
            </a:r>
            <a:r>
              <a:rPr kumimoji="1" lang="en-US" altLang="zh-CN" dirty="0"/>
              <a:t>-</a:t>
            </a:r>
            <a:r>
              <a:rPr kumimoji="1" lang="zh-CN" altLang="en-US" dirty="0"/>
              <a:t> </a:t>
            </a:r>
            <a:r>
              <a:rPr kumimoji="1" lang="en-US" altLang="zh-CN" dirty="0"/>
              <a:t>kernel</a:t>
            </a:r>
            <a:r>
              <a:rPr kumimoji="1" lang="zh-CN" altLang="en-US" dirty="0"/>
              <a:t>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EE7C02-9468-51FD-52DD-56803F068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>
                <a:effectLst/>
                <a:latin typeface="Helvetica" pitchFamily="2" charset="0"/>
              </a:rPr>
              <a:t>文件系统</a:t>
            </a:r>
          </a:p>
          <a:p>
            <a:pPr lvl="1"/>
            <a:r>
              <a:rPr lang="en-US" altLang="zh-CN" dirty="0" err="1">
                <a:effectLst/>
                <a:latin typeface="Helvetica" pitchFamily="2" charset="0"/>
              </a:rPr>
              <a:t>fcntl.h</a:t>
            </a:r>
            <a:r>
              <a:rPr lang="en-US" altLang="zh-CN" dirty="0">
                <a:latin typeface="Helvetica" pitchFamily="2" charset="0"/>
              </a:rPr>
              <a:t>,</a:t>
            </a:r>
            <a:r>
              <a:rPr lang="zh-CN" altLang="en-US" dirty="0"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file.c</a:t>
            </a:r>
            <a:r>
              <a:rPr lang="en-US" altLang="zh-CN" dirty="0">
                <a:effectLst/>
                <a:latin typeface="Helvetica" pitchFamily="2" charset="0"/>
              </a:rPr>
              <a:t>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file.h</a:t>
            </a:r>
            <a:r>
              <a:rPr lang="en-US" altLang="zh-CN" dirty="0">
                <a:effectLst/>
                <a:latin typeface="Helvetica" pitchFamily="2" charset="0"/>
              </a:rPr>
              <a:t>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fs.c</a:t>
            </a:r>
            <a:r>
              <a:rPr lang="en-US" altLang="zh-CN" dirty="0">
                <a:effectLst/>
                <a:latin typeface="Helvetica" pitchFamily="2" charset="0"/>
              </a:rPr>
              <a:t>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fs.h</a:t>
            </a:r>
            <a:r>
              <a:rPr lang="en-US" altLang="zh-CN" dirty="0">
                <a:effectLst/>
                <a:latin typeface="Helvetica" pitchFamily="2" charset="0"/>
              </a:rPr>
              <a:t>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log.c</a:t>
            </a:r>
            <a:r>
              <a:rPr lang="en-US" altLang="zh-CN" dirty="0">
                <a:latin typeface="Helvetica" pitchFamily="2" charset="0"/>
              </a:rPr>
              <a:t>,</a:t>
            </a:r>
            <a:r>
              <a:rPr lang="zh-CN" altLang="en-US" dirty="0"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ramdisk.c</a:t>
            </a:r>
            <a:r>
              <a:rPr lang="en-US" altLang="zh-CN" dirty="0">
                <a:effectLst/>
                <a:latin typeface="Helvetica" pitchFamily="2" charset="0"/>
              </a:rPr>
              <a:t>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stat.h</a:t>
            </a:r>
            <a:r>
              <a:rPr lang="en-US" altLang="zh-CN" dirty="0">
                <a:effectLst/>
                <a:latin typeface="Helvetica" pitchFamily="2" charset="0"/>
              </a:rPr>
              <a:t>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sysfile.c</a:t>
            </a:r>
            <a:endParaRPr lang="en-US" altLang="zh-CN" dirty="0">
              <a:effectLst/>
              <a:latin typeface="Helvetica" pitchFamily="2" charset="0"/>
            </a:endParaRPr>
          </a:p>
          <a:p>
            <a:r>
              <a:rPr lang="zh-CN" altLang="en-US" dirty="0">
                <a:effectLst/>
                <a:latin typeface="Helvetica" pitchFamily="2" charset="0"/>
              </a:rPr>
              <a:t>磁盘读写</a:t>
            </a:r>
          </a:p>
          <a:p>
            <a:pPr lvl="1"/>
            <a:r>
              <a:rPr lang="en-US" altLang="zh-CN" dirty="0" err="1">
                <a:effectLst/>
                <a:latin typeface="Helvetica" pitchFamily="2" charset="0"/>
              </a:rPr>
              <a:t>bio.c</a:t>
            </a:r>
            <a:r>
              <a:rPr lang="en-US" altLang="zh-CN" dirty="0">
                <a:latin typeface="Helvetica" pitchFamily="2" charset="0"/>
              </a:rPr>
              <a:t>,</a:t>
            </a:r>
            <a:r>
              <a:rPr lang="zh-CN" altLang="en-US" dirty="0"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buf.h</a:t>
            </a:r>
            <a:endParaRPr lang="en-US" altLang="zh-CN" dirty="0">
              <a:effectLst/>
              <a:latin typeface="Helvetica" pitchFamily="2" charset="0"/>
            </a:endParaRPr>
          </a:p>
          <a:p>
            <a:r>
              <a:rPr lang="zh-CN" altLang="en-US" dirty="0">
                <a:effectLst/>
                <a:latin typeface="Helvetica" pitchFamily="2" charset="0"/>
              </a:rPr>
              <a:t>设备驱动</a:t>
            </a:r>
          </a:p>
          <a:p>
            <a:pPr lvl="1"/>
            <a:r>
              <a:rPr lang="en-US" altLang="zh-CN" dirty="0" err="1">
                <a:effectLst/>
                <a:latin typeface="Helvetica" pitchFamily="2" charset="0"/>
              </a:rPr>
              <a:t>plic.c</a:t>
            </a:r>
            <a:r>
              <a:rPr lang="en-US" altLang="zh-CN" dirty="0">
                <a:latin typeface="Helvetica" pitchFamily="2" charset="0"/>
              </a:rPr>
              <a:t>,</a:t>
            </a:r>
            <a:r>
              <a:rPr lang="zh-CN" altLang="en-US" dirty="0"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console.c</a:t>
            </a:r>
            <a:r>
              <a:rPr lang="en-US" altLang="zh-CN" dirty="0">
                <a:effectLst/>
                <a:latin typeface="Helvetica" pitchFamily="2" charset="0"/>
              </a:rPr>
              <a:t>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uart.c</a:t>
            </a:r>
            <a:r>
              <a:rPr lang="en-US" altLang="zh-CN" dirty="0">
                <a:effectLst/>
                <a:latin typeface="Helvetica" pitchFamily="2" charset="0"/>
              </a:rPr>
              <a:t>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virtio_disk.c</a:t>
            </a:r>
            <a:r>
              <a:rPr lang="en-US" altLang="zh-CN" dirty="0">
                <a:effectLst/>
                <a:latin typeface="Helvetica" pitchFamily="2" charset="0"/>
              </a:rPr>
              <a:t>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virtio.h</a:t>
            </a:r>
            <a:endParaRPr lang="zh-CN" altLang="en-US" dirty="0">
              <a:effectLst/>
              <a:latin typeface="Helvetica" pitchFamily="2" charset="0"/>
            </a:endParaRPr>
          </a:p>
          <a:p>
            <a:r>
              <a:rPr lang="zh-CN" altLang="en-US" dirty="0">
                <a:effectLst/>
                <a:latin typeface="Helvetica" pitchFamily="2" charset="0"/>
              </a:rPr>
              <a:t>管道实现</a:t>
            </a:r>
          </a:p>
          <a:p>
            <a:pPr lvl="1"/>
            <a:r>
              <a:rPr lang="en-US" altLang="zh-CN" dirty="0" err="1">
                <a:effectLst/>
                <a:latin typeface="Helvetica" pitchFamily="2" charset="0"/>
              </a:rPr>
              <a:t>pipe.c</a:t>
            </a:r>
            <a:endParaRPr lang="en-US" altLang="zh-CN" dirty="0">
              <a:effectLst/>
              <a:latin typeface="Helvetica" pitchFamily="2" charset="0"/>
            </a:endParaRPr>
          </a:p>
          <a:p>
            <a:r>
              <a:rPr lang="zh-CN" altLang="en-US" dirty="0">
                <a:effectLst/>
                <a:latin typeface="Helvetica" pitchFamily="2" charset="0"/>
              </a:rPr>
              <a:t>杂项</a:t>
            </a:r>
            <a:endParaRPr lang="en-US" altLang="zh-CN" dirty="0">
              <a:effectLst/>
              <a:latin typeface="Helvetica" pitchFamily="2" charset="0"/>
            </a:endParaRPr>
          </a:p>
          <a:p>
            <a:pPr lvl="1"/>
            <a:r>
              <a:rPr lang="en-US" altLang="zh-CN" dirty="0" err="1">
                <a:effectLst/>
                <a:latin typeface="Helvetica" pitchFamily="2" charset="0"/>
              </a:rPr>
              <a:t>defs.h</a:t>
            </a:r>
            <a:r>
              <a:rPr lang="en-US" altLang="zh-CN" dirty="0">
                <a:effectLst/>
                <a:latin typeface="Helvetica" pitchFamily="2" charset="0"/>
              </a:rPr>
              <a:t>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elf.h</a:t>
            </a:r>
            <a:r>
              <a:rPr lang="en-US" altLang="zh-CN" dirty="0">
                <a:effectLst/>
                <a:latin typeface="Helvetica" pitchFamily="2" charset="0"/>
              </a:rPr>
              <a:t>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memlayout.h</a:t>
            </a:r>
            <a:r>
              <a:rPr lang="en-US" altLang="zh-CN" dirty="0">
                <a:effectLst/>
                <a:latin typeface="Helvetica" pitchFamily="2" charset="0"/>
              </a:rPr>
              <a:t>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param.h</a:t>
            </a:r>
            <a:r>
              <a:rPr lang="en-US" altLang="zh-CN" dirty="0">
                <a:effectLst/>
                <a:latin typeface="Helvetica" pitchFamily="2" charset="0"/>
              </a:rPr>
              <a:t>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riscv.h</a:t>
            </a:r>
            <a:r>
              <a:rPr lang="en-US" altLang="zh-CN" dirty="0">
                <a:effectLst/>
                <a:latin typeface="Helvetica" pitchFamily="2" charset="0"/>
              </a:rPr>
              <a:t>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 err="1">
                <a:effectLst/>
                <a:latin typeface="Helvetica" pitchFamily="2" charset="0"/>
              </a:rPr>
              <a:t>types.h</a:t>
            </a:r>
            <a:endParaRPr lang="en-US" altLang="zh-CN" dirty="0">
              <a:effectLst/>
              <a:latin typeface="Helvetica" pitchFamily="2" charset="0"/>
            </a:endParaRPr>
          </a:p>
          <a:p>
            <a:endParaRPr lang="en-US" altLang="zh-CN" dirty="0">
              <a:effectLst/>
              <a:latin typeface="Helvetica" pitchFamily="2" charset="0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625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E46D88-C721-B951-A024-663C21A33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xv6</a:t>
            </a:r>
            <a:r>
              <a:rPr kumimoji="1" lang="zh-CN" altLang="en-US" dirty="0"/>
              <a:t>代码结构 </a:t>
            </a:r>
            <a:r>
              <a:rPr kumimoji="1" lang="en-US" altLang="zh-CN" dirty="0"/>
              <a:t>-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B6A5AF-C370-AD81-6782-01E61BDD8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ulib.c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umalloc.c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printf.c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一些方便用户态的函数，如</a:t>
            </a:r>
            <a:r>
              <a:rPr kumimoji="1" lang="en-US" altLang="zh-CN" dirty="0" err="1"/>
              <a:t>strcpy</a:t>
            </a:r>
            <a:r>
              <a:rPr kumimoji="1" lang="zh-CN" altLang="en-US" dirty="0"/>
              <a:t>，</a:t>
            </a:r>
            <a:r>
              <a:rPr kumimoji="1" lang="en-US" altLang="zh-CN" dirty="0" err="1"/>
              <a:t>memset</a:t>
            </a:r>
            <a:endParaRPr kumimoji="1" lang="en-US" altLang="zh-CN" dirty="0"/>
          </a:p>
          <a:p>
            <a:r>
              <a:rPr kumimoji="1" lang="en-US" altLang="zh-CN" dirty="0" err="1"/>
              <a:t>usys.pl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user.h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用于生成系统调用的中间代码和系统调用头文件</a:t>
            </a:r>
            <a:endParaRPr kumimoji="1" lang="en-US" altLang="zh-CN" dirty="0"/>
          </a:p>
          <a:p>
            <a:r>
              <a:rPr kumimoji="1" lang="en-US" altLang="zh-CN" dirty="0" err="1"/>
              <a:t>echo.c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cat.c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ls.c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mkdir.c</a:t>
            </a:r>
            <a:r>
              <a:rPr kumimoji="1" lang="en-US" altLang="zh-CN" dirty="0"/>
              <a:t> ……</a:t>
            </a:r>
          </a:p>
          <a:p>
            <a:pPr lvl="1"/>
            <a:r>
              <a:rPr kumimoji="1" lang="zh-CN" altLang="en-US" dirty="0"/>
              <a:t>用户态程序代码</a:t>
            </a:r>
            <a:endParaRPr kumimoji="1"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E4E6F9A-F4D6-F1B6-6041-423A0A3B5AF4}"/>
              </a:ext>
            </a:extLst>
          </p:cNvPr>
          <p:cNvSpPr txBox="1"/>
          <p:nvPr/>
        </p:nvSpPr>
        <p:spPr>
          <a:xfrm>
            <a:off x="7755038" y="33335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3798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817342-2788-4DB0-C4E7-CF9176EBC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xv6</a:t>
            </a:r>
            <a:r>
              <a:rPr kumimoji="1" lang="zh-CN" altLang="en-US" dirty="0"/>
              <a:t>代码结构 </a:t>
            </a:r>
            <a:r>
              <a:rPr kumimoji="1" lang="en-US" altLang="zh-CN" dirty="0"/>
              <a:t>-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Makefile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55D3CC-5009-713F-28D3-6DF9A7B20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增加新的用户程序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E.g. </a:t>
            </a:r>
            <a:r>
              <a:rPr kumimoji="1" lang="zh-CN" altLang="en-US" dirty="0"/>
              <a:t>用户态代码 </a:t>
            </a:r>
            <a:r>
              <a:rPr kumimoji="1" lang="en-US" altLang="zh-CN" dirty="0"/>
              <a:t> user/</a:t>
            </a:r>
            <a:r>
              <a:rPr kumimoji="1" lang="en-US" altLang="zh-CN" dirty="0" err="1"/>
              <a:t>sleep.c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283F60D-80B7-94B0-6845-32EF8BCC3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709" y="3084044"/>
            <a:ext cx="3294180" cy="322785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A75138A-C344-401B-6A42-AB9066274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969" y="2982444"/>
            <a:ext cx="3294181" cy="3227855"/>
          </a:xfrm>
          <a:prstGeom prst="rect">
            <a:avLst/>
          </a:prstGeom>
        </p:spPr>
      </p:pic>
      <p:sp>
        <p:nvSpPr>
          <p:cNvPr id="6" name="右箭头 5">
            <a:extLst>
              <a:ext uri="{FF2B5EF4-FFF2-40B4-BE49-F238E27FC236}">
                <a16:creationId xmlns:a16="http://schemas.microsoft.com/office/drawing/2014/main" id="{675EB868-6475-3980-54CD-591EF64F0293}"/>
              </a:ext>
            </a:extLst>
          </p:cNvPr>
          <p:cNvSpPr/>
          <p:nvPr/>
        </p:nvSpPr>
        <p:spPr>
          <a:xfrm>
            <a:off x="5127585" y="4467828"/>
            <a:ext cx="763929" cy="4629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2044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C99F7D-BDFF-8EF5-EF14-9FEE20212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Lab1: util and </a:t>
            </a:r>
            <a:r>
              <a:rPr kumimoji="1" lang="en-US" altLang="zh-CN" dirty="0" err="1"/>
              <a:t>syscall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A4FE00-D2B2-C35E-0689-0687CF119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使用系统调用编写用户态代码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sleep</a:t>
            </a:r>
          </a:p>
          <a:p>
            <a:pPr lvl="1"/>
            <a:r>
              <a:rPr kumimoji="1" lang="en-US" altLang="zh-CN" dirty="0" err="1"/>
              <a:t>pingpong</a:t>
            </a:r>
            <a:endParaRPr kumimoji="1" lang="en-US" altLang="zh-CN" dirty="0"/>
          </a:p>
          <a:p>
            <a:r>
              <a:rPr kumimoji="1" lang="zh-CN" altLang="en-US" dirty="0"/>
              <a:t>编写新的系统调用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trace</a:t>
            </a:r>
          </a:p>
          <a:p>
            <a:pPr lvl="1"/>
            <a:r>
              <a:rPr kumimoji="1" lang="en-US" altLang="zh-CN" dirty="0" err="1"/>
              <a:t>sysinfo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4425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C99F7D-BDFF-8EF5-EF14-9FEE20212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Lab1: util and </a:t>
            </a:r>
            <a:r>
              <a:rPr kumimoji="1" lang="en-US" altLang="zh-CN" dirty="0" err="1"/>
              <a:t>syscall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A4FE00-D2B2-C35E-0689-0687CF119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使用系统调用编写用户态代码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sleep</a:t>
            </a:r>
          </a:p>
          <a:p>
            <a:pPr lvl="1"/>
            <a:r>
              <a:rPr kumimoji="1" lang="en-US" altLang="zh-CN" dirty="0" err="1"/>
              <a:t>pingpong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(</a:t>
            </a:r>
            <a:r>
              <a:rPr kumimoji="1" lang="zh-CN" altLang="en-US" dirty="0"/>
              <a:t>演示）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93922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C99F7D-BDFF-8EF5-EF14-9FEE20212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Lab1: util and </a:t>
            </a:r>
            <a:r>
              <a:rPr kumimoji="1" lang="en-US" altLang="zh-CN" dirty="0" err="1"/>
              <a:t>syscall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A4FE00-D2B2-C35E-0689-0687CF119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6873" cy="4351338"/>
          </a:xfrm>
        </p:spPr>
        <p:txBody>
          <a:bodyPr/>
          <a:lstStyle/>
          <a:p>
            <a:r>
              <a:rPr kumimoji="1" lang="zh-CN" altLang="en-US" dirty="0"/>
              <a:t>编写新的系统调用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Trace</a:t>
            </a:r>
          </a:p>
          <a:p>
            <a:pPr lvl="2"/>
            <a:r>
              <a:rPr lang="en" altLang="zh-CN" b="0" i="0" u="none" strike="noStrike" dirty="0">
                <a:solidFill>
                  <a:srgbClr val="777777"/>
                </a:solidFill>
                <a:effectLst/>
                <a:latin typeface="Open Sans" panose="020B0606030504020204" pitchFamily="34" charset="0"/>
              </a:rPr>
              <a:t>take one argument, an integer "mask", whose bits specify which system calls to trace.</a:t>
            </a:r>
          </a:p>
          <a:p>
            <a:pPr lvl="2"/>
            <a:r>
              <a:rPr lang="en" altLang="zh-CN" b="0" i="0" u="none" strike="noStrike" dirty="0" err="1">
                <a:solidFill>
                  <a:srgbClr val="777777"/>
                </a:solidFill>
                <a:effectLst/>
                <a:latin typeface="Open Sans" panose="020B0606030504020204" pitchFamily="34" charset="0"/>
              </a:rPr>
              <a:t>E.e.</a:t>
            </a:r>
            <a:r>
              <a:rPr lang="en" altLang="zh-CN" b="0" i="0" u="none" strike="noStrike" dirty="0">
                <a:solidFill>
                  <a:srgbClr val="777777"/>
                </a:solidFill>
                <a:effectLst/>
                <a:latin typeface="Open Sans" panose="020B0606030504020204" pitchFamily="34" charset="0"/>
              </a:rPr>
              <a:t> trace(1 &lt;&lt; </a:t>
            </a:r>
            <a:r>
              <a:rPr lang="en" altLang="zh-CN" b="0" i="0" u="none" strike="noStrike" dirty="0" err="1">
                <a:solidFill>
                  <a:srgbClr val="777777"/>
                </a:solidFill>
                <a:effectLst/>
                <a:latin typeface="Open Sans" panose="020B0606030504020204" pitchFamily="34" charset="0"/>
              </a:rPr>
              <a:t>SYS_fork</a:t>
            </a:r>
            <a:r>
              <a:rPr lang="en" altLang="zh-CN" b="0" i="0" u="none" strike="noStrike" dirty="0">
                <a:solidFill>
                  <a:srgbClr val="777777"/>
                </a:solidFill>
                <a:effectLst/>
                <a:latin typeface="Open Sans" panose="020B0606030504020204" pitchFamily="34" charset="0"/>
              </a:rPr>
              <a:t>), where </a:t>
            </a:r>
            <a:r>
              <a:rPr lang="en" altLang="zh-CN" b="0" i="0" u="none" strike="noStrike" dirty="0" err="1">
                <a:solidFill>
                  <a:srgbClr val="777777"/>
                </a:solidFill>
                <a:effectLst/>
                <a:latin typeface="Open Sans" panose="020B0606030504020204" pitchFamily="34" charset="0"/>
              </a:rPr>
              <a:t>SYS_fork</a:t>
            </a:r>
            <a:r>
              <a:rPr lang="en" altLang="zh-CN" b="0" i="0" u="none" strike="noStrike" dirty="0">
                <a:solidFill>
                  <a:srgbClr val="777777"/>
                </a:solidFill>
                <a:effectLst/>
                <a:latin typeface="Open Sans" panose="020B0606030504020204" pitchFamily="34" charset="0"/>
              </a:rPr>
              <a:t> is a </a:t>
            </a:r>
            <a:r>
              <a:rPr lang="en" altLang="zh-CN" b="0" i="0" u="none" strike="noStrike" dirty="0" err="1">
                <a:solidFill>
                  <a:srgbClr val="777777"/>
                </a:solidFill>
                <a:effectLst/>
                <a:latin typeface="Open Sans" panose="020B0606030504020204" pitchFamily="34" charset="0"/>
              </a:rPr>
              <a:t>syscall</a:t>
            </a:r>
            <a:r>
              <a:rPr lang="en" altLang="zh-CN" b="0" i="0" u="none" strike="noStrike" dirty="0">
                <a:solidFill>
                  <a:srgbClr val="777777"/>
                </a:solidFill>
                <a:effectLst/>
                <a:latin typeface="Open Sans" panose="020B0606030504020204" pitchFamily="34" charset="0"/>
              </a:rPr>
              <a:t> number from kernel/</a:t>
            </a:r>
            <a:r>
              <a:rPr lang="en" altLang="zh-CN" b="0" i="0" u="none" strike="noStrike" dirty="0" err="1">
                <a:solidFill>
                  <a:srgbClr val="777777"/>
                </a:solidFill>
                <a:effectLst/>
                <a:latin typeface="Open Sans" panose="020B0606030504020204" pitchFamily="34" charset="0"/>
              </a:rPr>
              <a:t>syscall.h</a:t>
            </a:r>
            <a:endParaRPr lang="en" altLang="zh-CN" b="0" i="0" u="none" strike="noStrike" dirty="0">
              <a:solidFill>
                <a:srgbClr val="777777"/>
              </a:solidFill>
              <a:effectLst/>
              <a:latin typeface="Open Sans" panose="020B0606030504020204" pitchFamily="34" charset="0"/>
            </a:endParaRPr>
          </a:p>
          <a:p>
            <a:pPr lvl="2"/>
            <a:r>
              <a:rPr lang="en" altLang="zh-CN" b="0" i="0" u="none" strike="noStrike" dirty="0">
                <a:solidFill>
                  <a:srgbClr val="777777"/>
                </a:solidFill>
                <a:effectLst/>
                <a:latin typeface="Open Sans" panose="020B0606030504020204" pitchFamily="34" charset="0"/>
              </a:rPr>
              <a:t>print out a line when each system call is about to return</a:t>
            </a:r>
          </a:p>
          <a:p>
            <a:pPr lvl="2"/>
            <a:r>
              <a:rPr lang="en" altLang="zh-CN" b="0" i="0" u="none" strike="noStrike" dirty="0">
                <a:solidFill>
                  <a:srgbClr val="777777"/>
                </a:solidFill>
                <a:effectLst/>
                <a:latin typeface="Open Sans" panose="020B0606030504020204" pitchFamily="34" charset="0"/>
              </a:rPr>
              <a:t>The trace system call should enable tracing for the process that calls it and any children that it subsequently forks, but should not affect other processes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Sysinfo</a:t>
            </a:r>
            <a:endParaRPr kumimoji="1" lang="en-US" altLang="zh-CN" dirty="0"/>
          </a:p>
          <a:p>
            <a:pPr lvl="2"/>
            <a:r>
              <a:rPr lang="en" altLang="zh-CN" b="0" i="0" u="none" strike="noStrike" dirty="0">
                <a:solidFill>
                  <a:srgbClr val="777777"/>
                </a:solidFill>
                <a:effectLst/>
                <a:latin typeface="Open Sans" panose="020B0606030504020204" pitchFamily="34" charset="0"/>
              </a:rPr>
              <a:t>collects information about the running system.</a:t>
            </a:r>
            <a:endParaRPr kumimoji="1" lang="en-US" altLang="zh-CN" b="0" i="0" u="none" strike="noStrike" dirty="0">
              <a:solidFill>
                <a:srgbClr val="777777"/>
              </a:solidFill>
              <a:effectLst/>
              <a:latin typeface="Open Sans" panose="020B0606030504020204" pitchFamily="34" charset="0"/>
            </a:endParaRPr>
          </a:p>
          <a:p>
            <a:pPr lvl="2"/>
            <a:r>
              <a:rPr lang="en" altLang="zh-CN" b="0" i="0" u="none" strike="noStrike" dirty="0">
                <a:solidFill>
                  <a:srgbClr val="777777"/>
                </a:solidFill>
                <a:effectLst/>
                <a:latin typeface="Open Sans" panose="020B0606030504020204" pitchFamily="34" charset="0"/>
              </a:rPr>
              <a:t>takes one argument: a pointer to a struct </a:t>
            </a:r>
            <a:r>
              <a:rPr lang="en" altLang="zh-CN" b="0" i="0" u="none" strike="noStrike" dirty="0" err="1">
                <a:solidFill>
                  <a:srgbClr val="777777"/>
                </a:solidFill>
                <a:effectLst/>
                <a:latin typeface="Open Sans" panose="020B0606030504020204" pitchFamily="34" charset="0"/>
              </a:rPr>
              <a:t>sysinfo</a:t>
            </a:r>
            <a:r>
              <a:rPr lang="en" altLang="zh-CN" b="0" i="0" u="none" strike="noStrike" dirty="0">
                <a:solidFill>
                  <a:srgbClr val="777777"/>
                </a:solidFill>
                <a:effectLst/>
                <a:latin typeface="Open Sans" panose="020B0606030504020204" pitchFamily="34" charset="0"/>
              </a:rPr>
              <a:t> </a:t>
            </a:r>
          </a:p>
          <a:p>
            <a:pPr lvl="2"/>
            <a:r>
              <a:rPr kumimoji="1" lang="en" altLang="zh-CN" dirty="0">
                <a:solidFill>
                  <a:srgbClr val="777777"/>
                </a:solidFill>
                <a:latin typeface="Open Sans" panose="020B0606030504020204" pitchFamily="34" charset="0"/>
              </a:rPr>
              <a:t>Record </a:t>
            </a:r>
            <a:r>
              <a:rPr kumimoji="1" lang="en" altLang="zh-CN" dirty="0" err="1">
                <a:solidFill>
                  <a:srgbClr val="777777"/>
                </a:solidFill>
                <a:latin typeface="Open Sans" panose="020B0606030504020204" pitchFamily="34" charset="0"/>
              </a:rPr>
              <a:t>freemem</a:t>
            </a:r>
            <a:r>
              <a:rPr kumimoji="1" lang="en" altLang="zh-CN" dirty="0">
                <a:solidFill>
                  <a:srgbClr val="777777"/>
                </a:solidFill>
                <a:latin typeface="Open Sans" panose="020B0606030504020204" pitchFamily="34" charset="0"/>
              </a:rPr>
              <a:t> and </a:t>
            </a:r>
            <a:r>
              <a:rPr kumimoji="1" lang="en" altLang="zh-CN" dirty="0" err="1">
                <a:solidFill>
                  <a:srgbClr val="777777"/>
                </a:solidFill>
                <a:latin typeface="Open Sans" panose="020B0606030504020204" pitchFamily="34" charset="0"/>
              </a:rPr>
              <a:t>nproc</a:t>
            </a:r>
            <a:r>
              <a:rPr kumimoji="1" lang="en" altLang="zh-CN" dirty="0">
                <a:solidFill>
                  <a:srgbClr val="777777"/>
                </a:solidFill>
                <a:latin typeface="Open Sans" panose="020B0606030504020204" pitchFamily="34" charset="0"/>
              </a:rPr>
              <a:t> in the struct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4384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9C7155-9378-1F6E-578C-0AB318C50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xv6</a:t>
            </a:r>
            <a:r>
              <a:rPr kumimoji="1" lang="zh-CN" altLang="en-US" dirty="0"/>
              <a:t> </a:t>
            </a:r>
            <a:r>
              <a:rPr kumimoji="1" lang="en-US" altLang="zh-CN" dirty="0"/>
              <a:t>system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</a:t>
            </a:r>
            <a:endParaRPr kumimoji="1"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67BFD59-5686-7CEA-C0F0-34F53D6161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7750" y="1825625"/>
            <a:ext cx="68164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59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D8F4CE-1A7C-14B9-363A-9D8D09F97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xv6</a:t>
            </a:r>
            <a:r>
              <a:rPr kumimoji="1" lang="zh-CN" altLang="en-US" dirty="0"/>
              <a:t> </a:t>
            </a:r>
            <a:r>
              <a:rPr kumimoji="1" lang="en-US" altLang="zh-CN" dirty="0"/>
              <a:t>system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0080AE-B001-F1DB-05B1-E87FF01BC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例子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user/</a:t>
            </a:r>
            <a:r>
              <a:rPr kumimoji="1" lang="en-US" altLang="zh-CN" dirty="0" err="1"/>
              <a:t>echo.c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user/</a:t>
            </a:r>
            <a:r>
              <a:rPr kumimoji="1" lang="en-US" altLang="zh-CN" dirty="0" err="1"/>
              <a:t>sh.c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3108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169384-AD26-6DA4-6818-1A7A30FFC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系统调用处理过程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820CB3-24EE-FBD3-A9A5-3AC671E5F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用户态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app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wrapper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ecall</a:t>
            </a:r>
            <a:endParaRPr kumimoji="1" lang="en-US" altLang="zh-CN" dirty="0"/>
          </a:p>
          <a:p>
            <a:r>
              <a:rPr kumimoji="1" lang="zh-CN" altLang="en-US" dirty="0"/>
              <a:t>内核态</a:t>
            </a:r>
            <a:endParaRPr kumimoji="1" lang="en-US" altLang="zh-CN" dirty="0"/>
          </a:p>
          <a:p>
            <a:pPr lvl="1"/>
            <a:r>
              <a:rPr kumimoji="1" lang="en-US" altLang="zh-CN" dirty="0" err="1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usertrapvec</a:t>
            </a:r>
            <a:r>
              <a:rPr kumimoji="1" lang="zh-CN" altLang="en-US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 </a:t>
            </a:r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-&gt;</a:t>
            </a:r>
            <a:r>
              <a:rPr kumimoji="1" lang="zh-CN" altLang="en-US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 </a:t>
            </a:r>
            <a:r>
              <a:rPr kumimoji="1" lang="en-US" altLang="zh-CN" dirty="0" err="1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usertrap</a:t>
            </a:r>
            <a:r>
              <a:rPr kumimoji="1" lang="zh-CN" altLang="en-US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 </a:t>
            </a:r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(kernel/</a:t>
            </a:r>
            <a:r>
              <a:rPr kumimoji="1" lang="en-US" altLang="zh-CN" dirty="0" err="1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trap.c</a:t>
            </a:r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)</a:t>
            </a:r>
          </a:p>
          <a:p>
            <a:pPr lvl="1"/>
            <a:r>
              <a:rPr kumimoji="1" lang="en-US" altLang="zh-CN" dirty="0">
                <a:solidFill>
                  <a:srgbClr val="FF0000"/>
                </a:solidFill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-&gt;</a:t>
            </a:r>
            <a:r>
              <a:rPr kumimoji="1" lang="zh-CN" altLang="en-US" dirty="0">
                <a:solidFill>
                  <a:srgbClr val="FF0000"/>
                </a:solidFill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 </a:t>
            </a:r>
            <a:r>
              <a:rPr kumimoji="1" lang="en-US" altLang="zh-CN" dirty="0" err="1">
                <a:solidFill>
                  <a:srgbClr val="FF0000"/>
                </a:solidFill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syscall</a:t>
            </a:r>
            <a:r>
              <a:rPr kumimoji="1" lang="zh-CN" altLang="en-US" dirty="0">
                <a:solidFill>
                  <a:srgbClr val="FF0000"/>
                </a:solidFill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(kernel/</a:t>
            </a:r>
            <a:r>
              <a:rPr kumimoji="1" lang="en-US" altLang="zh-CN" dirty="0" err="1">
                <a:solidFill>
                  <a:srgbClr val="FF0000"/>
                </a:solidFill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syscall.c</a:t>
            </a:r>
            <a:r>
              <a:rPr kumimoji="1" lang="en-US" altLang="zh-CN" dirty="0">
                <a:solidFill>
                  <a:srgbClr val="FF0000"/>
                </a:solidFill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)</a:t>
            </a:r>
            <a:r>
              <a:rPr kumimoji="1" lang="zh-CN" altLang="en-US" dirty="0">
                <a:solidFill>
                  <a:srgbClr val="FF0000"/>
                </a:solidFill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-&gt;</a:t>
            </a:r>
            <a:r>
              <a:rPr kumimoji="1" lang="zh-CN" altLang="en-US" dirty="0">
                <a:solidFill>
                  <a:srgbClr val="FF0000"/>
                </a:solidFill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 </a:t>
            </a:r>
            <a:r>
              <a:rPr kumimoji="1" lang="en-US" altLang="zh-CN" dirty="0" err="1">
                <a:solidFill>
                  <a:srgbClr val="FF0000"/>
                </a:solidFill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sys_XX</a:t>
            </a:r>
            <a:endParaRPr kumimoji="1" lang="en-US" altLang="zh-CN" dirty="0">
              <a:solidFill>
                <a:srgbClr val="FF0000"/>
              </a:solidFill>
              <a:latin typeface="Sarasa Mono SC" panose="02000509000000000000" pitchFamily="49" charset="-122"/>
              <a:ea typeface="Sarasa Mono SC" panose="02000509000000000000" pitchFamily="49" charset="-122"/>
              <a:cs typeface="Sarasa Mono SC" panose="02000509000000000000" pitchFamily="49" charset="-122"/>
            </a:endParaRPr>
          </a:p>
          <a:p>
            <a:pPr lvl="1"/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-&gt;</a:t>
            </a:r>
            <a:r>
              <a:rPr kumimoji="1" lang="zh-CN" altLang="en-US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 </a:t>
            </a:r>
            <a:r>
              <a:rPr kumimoji="1" lang="en-US" altLang="zh-CN" dirty="0" err="1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usertrapret</a:t>
            </a:r>
            <a:r>
              <a:rPr kumimoji="1" lang="zh-CN" altLang="en-US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 </a:t>
            </a:r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-&gt;</a:t>
            </a:r>
            <a:r>
              <a:rPr kumimoji="1" lang="zh-CN" altLang="en-US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 </a:t>
            </a:r>
            <a:r>
              <a:rPr kumimoji="1" lang="en-US" altLang="zh-CN" dirty="0" err="1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userret</a:t>
            </a:r>
            <a:endParaRPr kumimoji="1" lang="en-US" altLang="zh-CN" dirty="0">
              <a:latin typeface="Sarasa Mono SC" panose="02000509000000000000" pitchFamily="49" charset="-122"/>
              <a:ea typeface="Sarasa Mono SC" panose="02000509000000000000" pitchFamily="49" charset="-122"/>
              <a:cs typeface="Sarasa Mono SC" panose="02000509000000000000" pitchFamily="49" charset="-122"/>
            </a:endParaRPr>
          </a:p>
          <a:p>
            <a:r>
              <a:rPr kumimoji="1" lang="zh-CN" altLang="en-US" dirty="0"/>
              <a:t>例子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user/</a:t>
            </a:r>
            <a:r>
              <a:rPr kumimoji="1" lang="en-US" altLang="zh-CN" dirty="0" err="1"/>
              <a:t>echo.c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user/</a:t>
            </a:r>
            <a:r>
              <a:rPr kumimoji="1" lang="en-US" altLang="zh-CN" dirty="0" err="1"/>
              <a:t>sh.c</a:t>
            </a:r>
            <a:endParaRPr kumimoji="1" lang="en-US" altLang="zh-CN" dirty="0"/>
          </a:p>
          <a:p>
            <a:endParaRPr kumimoji="1" lang="en-US" altLang="zh-CN" dirty="0">
              <a:latin typeface="Sarasa Mono SC" panose="02000509000000000000" pitchFamily="49" charset="-122"/>
              <a:ea typeface="Sarasa Mono SC" panose="02000509000000000000" pitchFamily="49" charset="-122"/>
              <a:cs typeface="Sarasa Mono SC" panose="020005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5295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839FE8-182B-4474-68FA-36F3D411A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Lab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58ECB0-C600-FC1A-92C5-A8219664E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sysinfo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内存 </a:t>
            </a:r>
            <a:r>
              <a:rPr kumimoji="1" lang="en-US" altLang="zh-CN" dirty="0" err="1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freelist</a:t>
            </a:r>
            <a:endParaRPr kumimoji="1" lang="en-US" altLang="zh-CN" dirty="0">
              <a:latin typeface="Sarasa Mono SC" panose="02000509000000000000" pitchFamily="49" charset="-122"/>
              <a:ea typeface="Sarasa Mono SC" panose="02000509000000000000" pitchFamily="49" charset="-122"/>
              <a:cs typeface="Sarasa Mono SC" panose="02000509000000000000" pitchFamily="49" charset="-122"/>
            </a:endParaRPr>
          </a:p>
          <a:p>
            <a:pPr lvl="1"/>
            <a:r>
              <a:rPr kumimoji="1" lang="zh-CN" altLang="en-US" dirty="0"/>
              <a:t>进程 </a:t>
            </a:r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proc[]</a:t>
            </a:r>
          </a:p>
          <a:p>
            <a:r>
              <a:rPr kumimoji="1" lang="en" altLang="zh-CN" dirty="0" err="1"/>
              <a:t>sysinfo</a:t>
            </a:r>
            <a:r>
              <a:rPr kumimoji="1" lang="en" altLang="zh-CN" dirty="0"/>
              <a:t> needs to copy a struct </a:t>
            </a:r>
            <a:r>
              <a:rPr kumimoji="1" lang="en" altLang="zh-CN" dirty="0" err="1"/>
              <a:t>sysinfo</a:t>
            </a:r>
            <a:r>
              <a:rPr kumimoji="1" lang="en" altLang="zh-CN" dirty="0"/>
              <a:t> back to user space;</a:t>
            </a:r>
            <a:endParaRPr kumimoji="1" lang="en-US" altLang="zh-CN" dirty="0"/>
          </a:p>
          <a:p>
            <a:pPr lvl="1"/>
            <a:r>
              <a:rPr lang="en" altLang="zh-CN" sz="2000" dirty="0">
                <a:solidFill>
                  <a:srgbClr val="777777"/>
                </a:solidFill>
                <a:latin typeface="Open Sans" panose="020B0606030504020204" pitchFamily="34" charset="0"/>
              </a:rPr>
              <a:t>see </a:t>
            </a:r>
            <a:r>
              <a:rPr lang="en" altLang="zh-CN" sz="2000" dirty="0" err="1">
                <a:solidFill>
                  <a:srgbClr val="777777"/>
                </a:solidFill>
                <a:latin typeface="Open Sans" panose="020B0606030504020204" pitchFamily="34" charset="0"/>
              </a:rPr>
              <a:t>sys_fstat</a:t>
            </a:r>
            <a:r>
              <a:rPr lang="en" altLang="zh-CN" sz="2000" dirty="0">
                <a:solidFill>
                  <a:srgbClr val="777777"/>
                </a:solidFill>
                <a:latin typeface="Open Sans" panose="020B0606030504020204" pitchFamily="34" charset="0"/>
              </a:rPr>
              <a:t>() (kernel/</a:t>
            </a:r>
            <a:r>
              <a:rPr lang="en" altLang="zh-CN" sz="2000" dirty="0" err="1">
                <a:solidFill>
                  <a:srgbClr val="777777"/>
                </a:solidFill>
                <a:latin typeface="Open Sans" panose="020B0606030504020204" pitchFamily="34" charset="0"/>
              </a:rPr>
              <a:t>sysfile.c</a:t>
            </a:r>
            <a:r>
              <a:rPr lang="en" altLang="zh-CN" sz="2000" dirty="0">
                <a:solidFill>
                  <a:srgbClr val="777777"/>
                </a:solidFill>
                <a:latin typeface="Open Sans" panose="020B0606030504020204" pitchFamily="34" charset="0"/>
              </a:rPr>
              <a:t>) and </a:t>
            </a:r>
            <a:r>
              <a:rPr lang="en" altLang="zh-CN" sz="2000" dirty="0" err="1">
                <a:solidFill>
                  <a:srgbClr val="777777"/>
                </a:solidFill>
                <a:latin typeface="Open Sans" panose="020B0606030504020204" pitchFamily="34" charset="0"/>
              </a:rPr>
              <a:t>filestat</a:t>
            </a:r>
            <a:r>
              <a:rPr lang="en" altLang="zh-CN" sz="2000" dirty="0">
                <a:solidFill>
                  <a:srgbClr val="777777"/>
                </a:solidFill>
                <a:latin typeface="Open Sans" panose="020B0606030504020204" pitchFamily="34" charset="0"/>
              </a:rPr>
              <a:t>() (kernel/</a:t>
            </a:r>
            <a:r>
              <a:rPr lang="en" altLang="zh-CN" sz="2000" dirty="0" err="1">
                <a:solidFill>
                  <a:srgbClr val="777777"/>
                </a:solidFill>
                <a:latin typeface="Open Sans" panose="020B0606030504020204" pitchFamily="34" charset="0"/>
              </a:rPr>
              <a:t>file.c</a:t>
            </a:r>
            <a:r>
              <a:rPr lang="en" altLang="zh-CN" sz="2000" dirty="0">
                <a:solidFill>
                  <a:srgbClr val="777777"/>
                </a:solidFill>
                <a:latin typeface="Open Sans" panose="020B0606030504020204" pitchFamily="34" charset="0"/>
              </a:rPr>
              <a:t>) for examples of how to do that using </a:t>
            </a:r>
            <a:r>
              <a:rPr lang="en" altLang="zh-CN" sz="2000" dirty="0" err="1">
                <a:solidFill>
                  <a:srgbClr val="777777"/>
                </a:solidFill>
                <a:latin typeface="Open Sans" panose="020B0606030504020204" pitchFamily="34" charset="0"/>
              </a:rPr>
              <a:t>copyout</a:t>
            </a:r>
            <a:r>
              <a:rPr lang="en" altLang="zh-CN" sz="2000" dirty="0">
                <a:solidFill>
                  <a:srgbClr val="777777"/>
                </a:solidFill>
                <a:latin typeface="Open Sans" panose="020B0606030504020204" pitchFamily="34" charset="0"/>
              </a:rPr>
              <a:t>()</a:t>
            </a:r>
            <a:endParaRPr lang="en-US" altLang="zh-CN" sz="2000" dirty="0">
              <a:solidFill>
                <a:srgbClr val="777777"/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500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AA439-5EC8-317D-9E90-8F4B36B54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Optional Challenge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AA82A1-FEAA-78C0-0438-69A6FADA8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Print the system call arguments for traced system calls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166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67BE3-40D8-3D91-6EA7-2E31A5FA0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Lab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8B2F9C-100A-8E85-2F7E-21E268152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lab-util-</a:t>
            </a:r>
            <a:r>
              <a:rPr kumimoji="1" lang="en-US" altLang="zh-CN" dirty="0" err="1"/>
              <a:t>syscall</a:t>
            </a:r>
            <a:r>
              <a:rPr kumimoji="1" lang="en-US" altLang="zh-CN" dirty="0"/>
              <a:t>-</a:t>
            </a:r>
            <a:r>
              <a:rPr kumimoji="1" lang="en-US" altLang="zh-CN" dirty="0" err="1"/>
              <a:t>report.txt</a:t>
            </a:r>
            <a:r>
              <a:rPr kumimoji="1" lang="zh-CN" altLang="en-US" dirty="0"/>
              <a:t>（实验</a:t>
            </a:r>
            <a:r>
              <a:rPr kumimoji="1" lang="en-US" altLang="zh-CN" dirty="0"/>
              <a:t>5</a:t>
            </a:r>
            <a:r>
              <a:rPr kumimoji="1" lang="zh-CN" altLang="en-US" dirty="0"/>
              <a:t>分，</a:t>
            </a:r>
            <a:r>
              <a:rPr kumimoji="1" lang="en-US" altLang="zh-CN" dirty="0"/>
              <a:t>report</a:t>
            </a:r>
            <a:r>
              <a:rPr kumimoji="1" lang="zh-CN" altLang="en-US" dirty="0"/>
              <a:t> </a:t>
            </a:r>
            <a:r>
              <a:rPr kumimoji="1" lang="en-US" altLang="zh-CN" dirty="0"/>
              <a:t>5</a:t>
            </a:r>
            <a:r>
              <a:rPr kumimoji="1" lang="zh-CN" altLang="en-US" dirty="0"/>
              <a:t>分）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描述一下自己做</a:t>
            </a:r>
            <a:r>
              <a:rPr kumimoji="1" lang="en-US" altLang="zh-CN" dirty="0"/>
              <a:t>lab</a:t>
            </a:r>
            <a:r>
              <a:rPr kumimoji="1" lang="zh-CN" altLang="en-US" dirty="0"/>
              <a:t>的时候遇到的问题以及解决方法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或者一些帮助自己写</a:t>
            </a:r>
            <a:r>
              <a:rPr kumimoji="1" lang="en-US" altLang="zh-CN" dirty="0"/>
              <a:t>lab</a:t>
            </a:r>
            <a:r>
              <a:rPr kumimoji="1" lang="zh-CN" altLang="en-US" dirty="0"/>
              <a:t>的小技巧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中英皆可</a:t>
            </a:r>
            <a:endParaRPr kumimoji="1" lang="en-US" altLang="zh-CN" dirty="0"/>
          </a:p>
          <a:p>
            <a:r>
              <a:rPr kumimoji="1" lang="zh-CN" altLang="en-US" dirty="0"/>
              <a:t>提交</a:t>
            </a:r>
            <a:endParaRPr kumimoji="1" lang="en-US" altLang="zh-CN" dirty="0"/>
          </a:p>
          <a:p>
            <a:pPr lvl="1"/>
            <a:r>
              <a:rPr kumimoji="1" lang="zh-CN" altLang="en-US" dirty="0">
                <a:ea typeface="Sarasa Mono SC" panose="02000509000000000000" pitchFamily="49" charset="-122"/>
              </a:rPr>
              <a:t>后续通知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3776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71B3B5-7462-7953-643B-DE72C95A0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延伸阅读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1DE029-C101-2C68-AECB-8C60E25B8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更多相关工具的使用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MIT</a:t>
            </a:r>
            <a:r>
              <a:rPr kumimoji="1" lang="zh-CN" altLang="en-US" dirty="0"/>
              <a:t> </a:t>
            </a:r>
            <a:r>
              <a:rPr kumimoji="1" lang="en-US" altLang="zh-CN" dirty="0"/>
              <a:t>missing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semester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https://</a:t>
            </a:r>
            <a:r>
              <a:rPr kumimoji="1" lang="en-US" altLang="zh-CN" dirty="0" err="1"/>
              <a:t>missing.csail.mit.edu</a:t>
            </a:r>
            <a:r>
              <a:rPr kumimoji="1" lang="en-US" altLang="zh-CN" dirty="0"/>
              <a:t>/2020/</a:t>
            </a:r>
          </a:p>
          <a:p>
            <a:r>
              <a:rPr kumimoji="1" lang="en-US" altLang="zh-CN" dirty="0"/>
              <a:t>xv6</a:t>
            </a:r>
          </a:p>
          <a:p>
            <a:pPr lvl="1"/>
            <a:r>
              <a:rPr kumimoji="1" lang="en-US" altLang="zh-CN" dirty="0"/>
              <a:t>xv6</a:t>
            </a:r>
            <a:r>
              <a:rPr kumimoji="1" lang="zh-CN" altLang="en-US" dirty="0"/>
              <a:t>源码 </a:t>
            </a:r>
            <a:r>
              <a:rPr kumimoji="1" lang="en-US" altLang="zh-CN" dirty="0"/>
              <a:t>https://</a:t>
            </a:r>
            <a:r>
              <a:rPr kumimoji="1" lang="en-US" altLang="zh-CN" dirty="0" err="1"/>
              <a:t>github.com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mit-pdos</a:t>
            </a:r>
            <a:r>
              <a:rPr kumimoji="1" lang="en-US" altLang="zh-CN" dirty="0"/>
              <a:t>/xv6-riscv</a:t>
            </a:r>
          </a:p>
          <a:p>
            <a:pPr lvl="1"/>
            <a:r>
              <a:rPr kumimoji="1" lang="en-US" altLang="zh-CN" dirty="0"/>
              <a:t>xv6</a:t>
            </a:r>
            <a:r>
              <a:rPr kumimoji="1" lang="zh-CN" altLang="en-US" dirty="0"/>
              <a:t> </a:t>
            </a:r>
            <a:r>
              <a:rPr kumimoji="1" lang="en-US" altLang="zh-CN" dirty="0"/>
              <a:t>book</a:t>
            </a:r>
            <a:r>
              <a:rPr kumimoji="1" lang="zh-CN" altLang="en-US" dirty="0"/>
              <a:t> </a:t>
            </a:r>
            <a:r>
              <a:rPr kumimoji="1" lang="en-US" altLang="zh-CN" dirty="0"/>
              <a:t>https://</a:t>
            </a:r>
            <a:r>
              <a:rPr kumimoji="1" lang="en-US" altLang="zh-CN" dirty="0" err="1"/>
              <a:t>pdos.csail.mit.edu</a:t>
            </a:r>
            <a:r>
              <a:rPr kumimoji="1" lang="en-US" altLang="zh-CN" dirty="0"/>
              <a:t>/6.828/2022/xv6/book-riscv-rev3.pdf</a:t>
            </a:r>
          </a:p>
          <a:p>
            <a:r>
              <a:rPr kumimoji="1" lang="en-US" altLang="zh-CN" dirty="0" err="1"/>
              <a:t>risc</a:t>
            </a:r>
            <a:r>
              <a:rPr kumimoji="1" lang="en-US" altLang="zh-CN" dirty="0"/>
              <a:t>-v</a:t>
            </a:r>
          </a:p>
          <a:p>
            <a:pPr lvl="1"/>
            <a:r>
              <a:rPr kumimoji="1" lang="en-US" altLang="zh-CN" dirty="0"/>
              <a:t>https://</a:t>
            </a:r>
            <a:r>
              <a:rPr kumimoji="1" lang="en-US" altLang="zh-CN" dirty="0" err="1"/>
              <a:t>github.com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riscv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riscv</a:t>
            </a:r>
            <a:r>
              <a:rPr kumimoji="1" lang="en-US" altLang="zh-CN" dirty="0"/>
              <a:t>-isa-manual/releases/download/Ratified-IMAFDQC/riscv-spec-20191213.pdf</a:t>
            </a:r>
          </a:p>
          <a:p>
            <a:pPr lvl="1"/>
            <a:r>
              <a:rPr kumimoji="1" lang="en-US" altLang="zh-CN" dirty="0"/>
              <a:t>https://</a:t>
            </a:r>
            <a:r>
              <a:rPr kumimoji="1" lang="en-US" altLang="zh-CN" dirty="0" err="1"/>
              <a:t>github.com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riscv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riscv</a:t>
            </a:r>
            <a:r>
              <a:rPr kumimoji="1" lang="en-US" altLang="zh-CN" dirty="0"/>
              <a:t>-isa-manual/releases/download/Priv-v1.12/riscv-privileged-20211203.pdf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5168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82CA6F-2B7A-D8A5-3FA9-62FA9726A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评分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CB6DD5-E7D2-9AD0-15C2-3B4AD6EBA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每个</a:t>
            </a:r>
            <a:r>
              <a:rPr kumimoji="1" lang="en-US" altLang="zh-CN" dirty="0"/>
              <a:t>lab</a:t>
            </a:r>
            <a:r>
              <a:rPr kumimoji="1" lang="zh-CN" altLang="en-US" dirty="0"/>
              <a:t>有两周时间来完成，前七个</a:t>
            </a:r>
            <a:r>
              <a:rPr kumimoji="1" lang="en-US" altLang="zh-CN" dirty="0"/>
              <a:t>lab10</a:t>
            </a:r>
            <a:r>
              <a:rPr kumimoji="1" lang="zh-CN" altLang="en-US" dirty="0"/>
              <a:t>分，最后一个</a:t>
            </a:r>
            <a:r>
              <a:rPr kumimoji="1" lang="en-US" altLang="zh-CN" dirty="0"/>
              <a:t>lab30</a:t>
            </a:r>
            <a:r>
              <a:rPr kumimoji="1" lang="zh-CN" altLang="en-US" dirty="0"/>
              <a:t>分</a:t>
            </a:r>
            <a:endParaRPr kumimoji="1" lang="en-US" altLang="zh-CN" dirty="0"/>
          </a:p>
          <a:p>
            <a:r>
              <a:rPr kumimoji="1" lang="zh-CN" altLang="en-US" dirty="0"/>
              <a:t>评分由以下几部分构成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基本测试通过（</a:t>
            </a:r>
            <a:r>
              <a:rPr kumimoji="1" lang="en-US" altLang="zh-CN" dirty="0"/>
              <a:t>make</a:t>
            </a:r>
            <a:r>
              <a:rPr kumimoji="1" lang="zh-CN" altLang="en-US" dirty="0"/>
              <a:t> </a:t>
            </a:r>
            <a:r>
              <a:rPr kumimoji="1" lang="en-US" altLang="zh-CN" dirty="0"/>
              <a:t>grade</a:t>
            </a:r>
            <a:r>
              <a:rPr kumimoji="1" lang="zh-CN" altLang="en-US" dirty="0"/>
              <a:t> 通过测试）</a:t>
            </a:r>
            <a:r>
              <a:rPr kumimoji="1" lang="en-US" altLang="zh-CN" dirty="0"/>
              <a:t>2</a:t>
            </a:r>
            <a:r>
              <a:rPr kumimoji="1" lang="zh-CN" altLang="en-US" dirty="0"/>
              <a:t>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代码逻辑功能正确 </a:t>
            </a:r>
            <a:r>
              <a:rPr kumimoji="1" lang="en-US" altLang="zh-CN" dirty="0"/>
              <a:t>2</a:t>
            </a:r>
            <a:r>
              <a:rPr kumimoji="1" lang="zh-CN" altLang="en-US" dirty="0"/>
              <a:t>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报告 </a:t>
            </a:r>
            <a:r>
              <a:rPr kumimoji="1" lang="en-US" altLang="zh-CN" dirty="0"/>
              <a:t>5</a:t>
            </a:r>
            <a:r>
              <a:rPr kumimoji="1" lang="zh-CN" altLang="en-US" dirty="0"/>
              <a:t>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注释和代码可读性 </a:t>
            </a:r>
            <a:r>
              <a:rPr kumimoji="1" lang="en-US" altLang="zh-CN" dirty="0"/>
              <a:t>1</a:t>
            </a:r>
            <a:r>
              <a:rPr kumimoji="1" lang="zh-CN" altLang="en-US" dirty="0"/>
              <a:t>分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8453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1C53BA-33AA-442E-44BF-25AA5508E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Q&amp;A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E7A21A-C3CA-C859-87BE-5256E38E6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任何问题？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课程群或私聊助教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29630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20675B7-2B3F-F3CD-490C-F2B5F02254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END</a:t>
            </a:r>
            <a:endParaRPr lang="zh-CN" altLang="en-US" dirty="0"/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E8BDC340-22A7-726F-DD0D-77E2AAF79E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7102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27292D-B471-82E3-CD45-FC4DE8193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辅助内核函数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9A4534-3568-C8C1-E862-3794D75AB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printf</a:t>
            </a:r>
            <a:endParaRPr kumimoji="1" lang="en-US" altLang="zh-CN" dirty="0">
              <a:latin typeface="Sarasa Mono SC" panose="02000509000000000000" pitchFamily="49" charset="-122"/>
              <a:ea typeface="Sarasa Mono SC" panose="02000509000000000000" pitchFamily="49" charset="-122"/>
              <a:cs typeface="Sarasa Mono SC" panose="02000509000000000000" pitchFamily="49" charset="-122"/>
            </a:endParaRPr>
          </a:p>
          <a:p>
            <a:pPr lvl="1"/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%%,</a:t>
            </a:r>
            <a:r>
              <a:rPr kumimoji="1" lang="zh-CN" altLang="en-US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 </a:t>
            </a:r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%d,</a:t>
            </a:r>
            <a:r>
              <a:rPr kumimoji="1" lang="zh-CN" altLang="en-US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 </a:t>
            </a:r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%x,</a:t>
            </a:r>
            <a:r>
              <a:rPr kumimoji="1" lang="zh-CN" altLang="en-US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 </a:t>
            </a:r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%p,</a:t>
            </a:r>
            <a:r>
              <a:rPr kumimoji="1" lang="zh-CN" altLang="en-US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 </a:t>
            </a:r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%s</a:t>
            </a:r>
          </a:p>
          <a:p>
            <a:r>
              <a:rPr kumimoji="1" lang="en-US" altLang="zh-CN" dirty="0" err="1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copyin</a:t>
            </a:r>
            <a:r>
              <a:rPr kumimoji="1" lang="en-US" altLang="zh-CN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,</a:t>
            </a:r>
            <a:r>
              <a:rPr kumimoji="1" lang="zh-CN" altLang="en-US" dirty="0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 </a:t>
            </a:r>
            <a:r>
              <a:rPr kumimoji="1" lang="en-US" altLang="zh-CN" dirty="0" err="1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copyout</a:t>
            </a:r>
            <a:endParaRPr kumimoji="1" lang="en-US" altLang="zh-CN" dirty="0">
              <a:latin typeface="Sarasa Mono SC" panose="02000509000000000000" pitchFamily="49" charset="-122"/>
              <a:ea typeface="Sarasa Mono SC" panose="02000509000000000000" pitchFamily="49" charset="-122"/>
              <a:cs typeface="Sarasa Mono SC" panose="02000509000000000000" pitchFamily="49" charset="-122"/>
            </a:endParaRPr>
          </a:p>
          <a:p>
            <a:r>
              <a:rPr kumimoji="1" lang="en-US" altLang="zh-CN" dirty="0" err="1">
                <a:latin typeface="Sarasa Mono SC" panose="02000509000000000000" pitchFamily="49" charset="-122"/>
                <a:ea typeface="Sarasa Mono SC" panose="02000509000000000000" pitchFamily="49" charset="-122"/>
                <a:cs typeface="Sarasa Mono SC" panose="02000509000000000000" pitchFamily="49" charset="-122"/>
              </a:rPr>
              <a:t>myproc</a:t>
            </a:r>
            <a:endParaRPr kumimoji="1" lang="zh-CN" altLang="en-US" dirty="0">
              <a:latin typeface="Sarasa Mono SC" panose="02000509000000000000" pitchFamily="49" charset="-122"/>
              <a:ea typeface="Sarasa Mono SC" panose="02000509000000000000" pitchFamily="49" charset="-122"/>
              <a:cs typeface="Sarasa Mono SC" panose="020005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5031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FF35A2-CB11-B9BB-F5C2-CA51C69BF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GDB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5022A2-B1DA-0B12-EC54-77CC03109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启动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qemu-gdb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riscv64-linux-gnu-gdb</a:t>
            </a:r>
          </a:p>
          <a:p>
            <a:pPr lvl="1"/>
            <a:r>
              <a:rPr kumimoji="1" lang="zh-CN" altLang="en-US" dirty="0"/>
              <a:t>要修改一个配置文件（</a:t>
            </a:r>
            <a:r>
              <a:rPr kumimoji="1" lang="en-US" altLang="zh-CN" dirty="0"/>
              <a:t>~/.config/</a:t>
            </a:r>
            <a:r>
              <a:rPr kumimoji="1" lang="en-US" altLang="zh-CN" dirty="0" err="1"/>
              <a:t>gdb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gdbinit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用户态程序加载符号文件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file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user/_echo</a:t>
            </a:r>
          </a:p>
          <a:p>
            <a:r>
              <a:rPr kumimoji="1" lang="zh-CN" altLang="en-US" dirty="0"/>
              <a:t>命令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断点 </a:t>
            </a:r>
            <a:r>
              <a:rPr kumimoji="1" lang="en-US" altLang="zh-CN" dirty="0"/>
              <a:t>b</a:t>
            </a:r>
          </a:p>
          <a:p>
            <a:pPr lvl="1"/>
            <a:r>
              <a:rPr kumimoji="1" lang="zh-CN" altLang="en-US" dirty="0"/>
              <a:t>运行程序 </a:t>
            </a:r>
            <a:r>
              <a:rPr kumimoji="1" lang="en-US" altLang="zh-CN" dirty="0"/>
              <a:t>c</a:t>
            </a:r>
          </a:p>
          <a:p>
            <a:pPr lvl="1"/>
            <a:r>
              <a:rPr kumimoji="1" lang="zh-CN" altLang="en-US" dirty="0"/>
              <a:t>单步调试 </a:t>
            </a:r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s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si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打印变量 </a:t>
            </a:r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x</a:t>
            </a:r>
          </a:p>
          <a:p>
            <a:pPr lvl="1"/>
            <a:r>
              <a:rPr kumimoji="1" lang="zh-CN" altLang="en-US" dirty="0"/>
              <a:t>函数调用栈 </a:t>
            </a:r>
            <a:r>
              <a:rPr kumimoji="1" lang="en-US" altLang="zh-CN" dirty="0" err="1"/>
              <a:t>bt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754502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1CAEB9-495D-59D4-124E-0FC713BB7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GDB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FB7C62-809E-88A4-B531-B903ED38B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速查手册</a:t>
            </a:r>
            <a:endParaRPr kumimoji="1" lang="en-US" altLang="zh-CN" dirty="0"/>
          </a:p>
          <a:p>
            <a:r>
              <a:rPr kumimoji="1" lang="en-US" altLang="zh-CN" dirty="0"/>
              <a:t>https://</a:t>
            </a:r>
            <a:r>
              <a:rPr kumimoji="1" lang="en-US" altLang="zh-CN" dirty="0" err="1"/>
              <a:t>darkdust.net</a:t>
            </a:r>
            <a:r>
              <a:rPr kumimoji="1" lang="en-US" altLang="zh-CN" dirty="0"/>
              <a:t>/files/GDB%20Cheat%20Sheet.pdf</a:t>
            </a:r>
          </a:p>
          <a:p>
            <a:r>
              <a:rPr kumimoji="1" lang="en-US" altLang="zh-CN" dirty="0"/>
              <a:t>GDB</a:t>
            </a:r>
            <a:r>
              <a:rPr kumimoji="1" lang="zh-CN" altLang="en-US" dirty="0"/>
              <a:t> 自身</a:t>
            </a:r>
            <a:r>
              <a:rPr kumimoji="1" lang="en-US" altLang="zh-CN" dirty="0"/>
              <a:t>help</a:t>
            </a:r>
          </a:p>
          <a:p>
            <a:r>
              <a:rPr kumimoji="1" lang="en-US" altLang="zh-CN" dirty="0"/>
              <a:t>xv6</a:t>
            </a:r>
            <a:r>
              <a:rPr kumimoji="1" lang="zh-CN" altLang="en-US" dirty="0"/>
              <a:t>编译的同时也提供汇编代码（</a:t>
            </a:r>
            <a:r>
              <a:rPr kumimoji="1" lang="en-US" altLang="zh-CN" dirty="0" err="1"/>
              <a:t>X.asm</a:t>
            </a:r>
            <a:r>
              <a:rPr kumimoji="1"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11639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</TotalTime>
  <Words>1785</Words>
  <Application>Microsoft Macintosh PowerPoint</Application>
  <PresentationFormat>宽屏</PresentationFormat>
  <Paragraphs>180</Paragraphs>
  <Slides>25</Slides>
  <Notes>4</Notes>
  <HiddenSlides>3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.AppleSystemUIFont</vt:lpstr>
      <vt:lpstr>.AppleSystemUIFontMonospaced</vt:lpstr>
      <vt:lpstr>等线</vt:lpstr>
      <vt:lpstr>等线 Light</vt:lpstr>
      <vt:lpstr>Sarasa Mono SC</vt:lpstr>
      <vt:lpstr>Arial</vt:lpstr>
      <vt:lpstr>Helvetica</vt:lpstr>
      <vt:lpstr>Open Sans</vt:lpstr>
      <vt:lpstr>Office 主题​​</vt:lpstr>
      <vt:lpstr>Lab Util and Syscall</vt:lpstr>
      <vt:lpstr>准备环境</vt:lpstr>
      <vt:lpstr>Git</vt:lpstr>
      <vt:lpstr>Git</vt:lpstr>
      <vt:lpstr>xv6代码结构</vt:lpstr>
      <vt:lpstr>xv6代码结构 - kernel</vt:lpstr>
      <vt:lpstr>xv6代码结构 - kernel（续）</vt:lpstr>
      <vt:lpstr>xv6代码结构 - user</vt:lpstr>
      <vt:lpstr>xv6代码结构 - Makefile</vt:lpstr>
      <vt:lpstr>Lab1: util and syscall</vt:lpstr>
      <vt:lpstr>Lab1: util and syscall</vt:lpstr>
      <vt:lpstr>Lab1: util and syscall</vt:lpstr>
      <vt:lpstr>xv6 system call</vt:lpstr>
      <vt:lpstr>xv6 system call</vt:lpstr>
      <vt:lpstr>系统调用处理过程</vt:lpstr>
      <vt:lpstr>Lab</vt:lpstr>
      <vt:lpstr>Optional Challenge</vt:lpstr>
      <vt:lpstr>Lab</vt:lpstr>
      <vt:lpstr>延伸阅读</vt:lpstr>
      <vt:lpstr>评分</vt:lpstr>
      <vt:lpstr>Q&amp;A</vt:lpstr>
      <vt:lpstr>END</vt:lpstr>
      <vt:lpstr>辅助内核函数</vt:lpstr>
      <vt:lpstr>GDB</vt:lpstr>
      <vt:lpstr>GDB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Jiagan Cheng</dc:creator>
  <cp:lastModifiedBy>天择 王</cp:lastModifiedBy>
  <cp:revision>19</cp:revision>
  <dcterms:created xsi:type="dcterms:W3CDTF">2023-02-16T06:23:52Z</dcterms:created>
  <dcterms:modified xsi:type="dcterms:W3CDTF">2026-03-13T11:40:02Z</dcterms:modified>
</cp:coreProperties>
</file>